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56" r:id="rId2"/>
    <p:sldId id="267" r:id="rId3"/>
    <p:sldId id="258" r:id="rId4"/>
    <p:sldId id="257" r:id="rId5"/>
    <p:sldId id="259" r:id="rId6"/>
    <p:sldId id="260" r:id="rId7"/>
    <p:sldId id="261" r:id="rId8"/>
    <p:sldId id="262" r:id="rId9"/>
    <p:sldId id="265" r:id="rId10"/>
    <p:sldId id="263" r:id="rId11"/>
    <p:sldId id="280" r:id="rId12"/>
    <p:sldId id="282" r:id="rId13"/>
    <p:sldId id="268" r:id="rId14"/>
    <p:sldId id="269" r:id="rId15"/>
    <p:sldId id="271" r:id="rId16"/>
    <p:sldId id="272" r:id="rId17"/>
    <p:sldId id="270" r:id="rId18"/>
    <p:sldId id="273" r:id="rId19"/>
    <p:sldId id="274" r:id="rId20"/>
    <p:sldId id="275" r:id="rId21"/>
    <p:sldId id="276" r:id="rId22"/>
    <p:sldId id="277" r:id="rId23"/>
    <p:sldId id="278" r:id="rId24"/>
    <p:sldId id="279" r:id="rId25"/>
    <p:sldId id="281" r:id="rId26"/>
    <p:sldId id="28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75CD88-B6AE-4858-8DB1-CBFC43E707EE}" v="53" dt="2026-05-14T23:26:37.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56937" autoAdjust="0"/>
  </p:normalViewPr>
  <p:slideViewPr>
    <p:cSldViewPr snapToGrid="0">
      <p:cViewPr>
        <p:scale>
          <a:sx n="57" d="100"/>
          <a:sy n="57" d="100"/>
        </p:scale>
        <p:origin x="1746" y="1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cker, Sarah" userId="2d8f1770-afc8-4a1e-b959-2be052d81780" providerId="ADAL" clId="{527D041E-DC32-4974-BE0B-E7777DAF94AB}"/>
    <pc:docChg chg="undo custSel addSld delSld modSld sldOrd">
      <pc:chgData name="Tucker, Sarah" userId="2d8f1770-afc8-4a1e-b959-2be052d81780" providerId="ADAL" clId="{527D041E-DC32-4974-BE0B-E7777DAF94AB}" dt="2026-05-15T02:06:49.554" v="13708" actId="20577"/>
      <pc:docMkLst>
        <pc:docMk/>
      </pc:docMkLst>
      <pc:sldChg chg="modSp modNotesTx">
        <pc:chgData name="Tucker, Sarah" userId="2d8f1770-afc8-4a1e-b959-2be052d81780" providerId="ADAL" clId="{527D041E-DC32-4974-BE0B-E7777DAF94AB}" dt="2026-05-14T22:14:58.898" v="6670" actId="20577"/>
        <pc:sldMkLst>
          <pc:docMk/>
          <pc:sldMk cId="317840228" sldId="256"/>
        </pc:sldMkLst>
        <pc:spChg chg="mod">
          <ac:chgData name="Tucker, Sarah" userId="2d8f1770-afc8-4a1e-b959-2be052d81780" providerId="ADAL" clId="{527D041E-DC32-4974-BE0B-E7777DAF94AB}" dt="2026-05-14T19:07:32.305" v="3382"/>
          <ac:spMkLst>
            <pc:docMk/>
            <pc:sldMk cId="317840228" sldId="256"/>
            <ac:spMk id="2" creationId="{C0AE05A6-7147-5CEB-42CC-9C4224E3C707}"/>
          </ac:spMkLst>
        </pc:spChg>
        <pc:spChg chg="mod">
          <ac:chgData name="Tucker, Sarah" userId="2d8f1770-afc8-4a1e-b959-2be052d81780" providerId="ADAL" clId="{527D041E-DC32-4974-BE0B-E7777DAF94AB}" dt="2026-05-14T19:07:32.305" v="3382"/>
          <ac:spMkLst>
            <pc:docMk/>
            <pc:sldMk cId="317840228" sldId="256"/>
            <ac:spMk id="3" creationId="{6D6A6916-0E1C-8715-ADAB-53F2672AEC88}"/>
          </ac:spMkLst>
        </pc:spChg>
      </pc:sldChg>
      <pc:sldChg chg="addSp modSp mod ord modNotesTx">
        <pc:chgData name="Tucker, Sarah" userId="2d8f1770-afc8-4a1e-b959-2be052d81780" providerId="ADAL" clId="{527D041E-DC32-4974-BE0B-E7777DAF94AB}" dt="2026-05-15T01:40:20.376" v="13291" actId="20577"/>
        <pc:sldMkLst>
          <pc:docMk/>
          <pc:sldMk cId="2825704183" sldId="257"/>
        </pc:sldMkLst>
        <pc:spChg chg="mod">
          <ac:chgData name="Tucker, Sarah" userId="2d8f1770-afc8-4a1e-b959-2be052d81780" providerId="ADAL" clId="{527D041E-DC32-4974-BE0B-E7777DAF94AB}" dt="2026-05-14T22:59:22.335" v="10189" actId="20577"/>
          <ac:spMkLst>
            <pc:docMk/>
            <pc:sldMk cId="2825704183" sldId="257"/>
            <ac:spMk id="2" creationId="{A59EAFE5-3B42-368A-3C59-3B47F4B7DE15}"/>
          </ac:spMkLst>
        </pc:spChg>
        <pc:spChg chg="mod">
          <ac:chgData name="Tucker, Sarah" userId="2d8f1770-afc8-4a1e-b959-2be052d81780" providerId="ADAL" clId="{527D041E-DC32-4974-BE0B-E7777DAF94AB}" dt="2026-05-14T23:08:16.610" v="11142" actId="20577"/>
          <ac:spMkLst>
            <pc:docMk/>
            <pc:sldMk cId="2825704183" sldId="257"/>
            <ac:spMk id="3" creationId="{68F3FDB2-9BB2-9452-15DD-1DCC408AFD77}"/>
          </ac:spMkLst>
        </pc:spChg>
        <pc:picChg chg="add mod">
          <ac:chgData name="Tucker, Sarah" userId="2d8f1770-afc8-4a1e-b959-2be052d81780" providerId="ADAL" clId="{527D041E-DC32-4974-BE0B-E7777DAF94AB}" dt="2026-05-14T22:59:12.911" v="10184" actId="1076"/>
          <ac:picMkLst>
            <pc:docMk/>
            <pc:sldMk cId="2825704183" sldId="257"/>
            <ac:picMk id="4" creationId="{8C46A48F-468B-F49F-4045-B758FA47953E}"/>
          </ac:picMkLst>
        </pc:picChg>
      </pc:sldChg>
      <pc:sldChg chg="addSp delSp modSp mod modNotesTx">
        <pc:chgData name="Tucker, Sarah" userId="2d8f1770-afc8-4a1e-b959-2be052d81780" providerId="ADAL" clId="{527D041E-DC32-4974-BE0B-E7777DAF94AB}" dt="2026-05-15T01:47:25.603" v="13346" actId="20577"/>
        <pc:sldMkLst>
          <pc:docMk/>
          <pc:sldMk cId="1584631614" sldId="258"/>
        </pc:sldMkLst>
        <pc:spChg chg="mod">
          <ac:chgData name="Tucker, Sarah" userId="2d8f1770-afc8-4a1e-b959-2be052d81780" providerId="ADAL" clId="{527D041E-DC32-4974-BE0B-E7777DAF94AB}" dt="2026-05-14T22:02:19.279" v="6224" actId="14100"/>
          <ac:spMkLst>
            <pc:docMk/>
            <pc:sldMk cId="1584631614" sldId="258"/>
            <ac:spMk id="2" creationId="{AE6B0861-31DE-F6A9-7EA4-C8B52C8E1B5D}"/>
          </ac:spMkLst>
        </pc:spChg>
        <pc:spChg chg="mod">
          <ac:chgData name="Tucker, Sarah" userId="2d8f1770-afc8-4a1e-b959-2be052d81780" providerId="ADAL" clId="{527D041E-DC32-4974-BE0B-E7777DAF94AB}" dt="2026-05-15T01:35:33.404" v="12954" actId="20577"/>
          <ac:spMkLst>
            <pc:docMk/>
            <pc:sldMk cId="1584631614" sldId="258"/>
            <ac:spMk id="3" creationId="{FBE14797-A0E4-FB81-7883-553E517A1C20}"/>
          </ac:spMkLst>
        </pc:spChg>
        <pc:spChg chg="add mod">
          <ac:chgData name="Tucker, Sarah" userId="2d8f1770-afc8-4a1e-b959-2be052d81780" providerId="ADAL" clId="{527D041E-DC32-4974-BE0B-E7777DAF94AB}" dt="2026-05-14T21:57:33.744" v="6151" actId="1076"/>
          <ac:spMkLst>
            <pc:docMk/>
            <pc:sldMk cId="1584631614" sldId="258"/>
            <ac:spMk id="4" creationId="{F8E22E58-21DF-8049-E018-26E98AF61314}"/>
          </ac:spMkLst>
        </pc:spChg>
        <pc:spChg chg="add mod">
          <ac:chgData name="Tucker, Sarah" userId="2d8f1770-afc8-4a1e-b959-2be052d81780" providerId="ADAL" clId="{527D041E-DC32-4974-BE0B-E7777DAF94AB}" dt="2026-05-14T21:57:14.757" v="6144" actId="1076"/>
          <ac:spMkLst>
            <pc:docMk/>
            <pc:sldMk cId="1584631614" sldId="258"/>
            <ac:spMk id="5" creationId="{F5942F85-21F8-F61E-ED39-46DC1D3A92D1}"/>
          </ac:spMkLst>
        </pc:spChg>
        <pc:spChg chg="add mod">
          <ac:chgData name="Tucker, Sarah" userId="2d8f1770-afc8-4a1e-b959-2be052d81780" providerId="ADAL" clId="{527D041E-DC32-4974-BE0B-E7777DAF94AB}" dt="2026-05-14T22:02:12.320" v="6223" actId="207"/>
          <ac:spMkLst>
            <pc:docMk/>
            <pc:sldMk cId="1584631614" sldId="258"/>
            <ac:spMk id="6" creationId="{AC02D9CD-CF94-F02A-2A92-9F09E6BD196C}"/>
          </ac:spMkLst>
        </pc:spChg>
        <pc:spChg chg="add del mod">
          <ac:chgData name="Tucker, Sarah" userId="2d8f1770-afc8-4a1e-b959-2be052d81780" providerId="ADAL" clId="{527D041E-DC32-4974-BE0B-E7777DAF94AB}" dt="2026-05-14T22:05:27.650" v="6377" actId="478"/>
          <ac:spMkLst>
            <pc:docMk/>
            <pc:sldMk cId="1584631614" sldId="258"/>
            <ac:spMk id="7" creationId="{6F0B4473-0946-FB46-85A2-8213956CDD56}"/>
          </ac:spMkLst>
        </pc:spChg>
        <pc:spChg chg="add del mod">
          <ac:chgData name="Tucker, Sarah" userId="2d8f1770-afc8-4a1e-b959-2be052d81780" providerId="ADAL" clId="{527D041E-DC32-4974-BE0B-E7777DAF94AB}" dt="2026-05-14T22:05:29.725" v="6378" actId="478"/>
          <ac:spMkLst>
            <pc:docMk/>
            <pc:sldMk cId="1584631614" sldId="258"/>
            <ac:spMk id="8" creationId="{5732E0E4-B59C-7E7E-E1C4-490896902016}"/>
          </ac:spMkLst>
        </pc:spChg>
        <pc:spChg chg="add del mod">
          <ac:chgData name="Tucker, Sarah" userId="2d8f1770-afc8-4a1e-b959-2be052d81780" providerId="ADAL" clId="{527D041E-DC32-4974-BE0B-E7777DAF94AB}" dt="2026-05-14T22:05:34.595" v="6379" actId="478"/>
          <ac:spMkLst>
            <pc:docMk/>
            <pc:sldMk cId="1584631614" sldId="258"/>
            <ac:spMk id="9" creationId="{B530DDD2-0395-04FA-A093-A884D5EC2664}"/>
          </ac:spMkLst>
        </pc:spChg>
        <pc:spChg chg="add del mod">
          <ac:chgData name="Tucker, Sarah" userId="2d8f1770-afc8-4a1e-b959-2be052d81780" providerId="ADAL" clId="{527D041E-DC32-4974-BE0B-E7777DAF94AB}" dt="2026-05-14T22:05:37.401" v="6380" actId="478"/>
          <ac:spMkLst>
            <pc:docMk/>
            <pc:sldMk cId="1584631614" sldId="258"/>
            <ac:spMk id="10" creationId="{EB0F6F6F-C472-BD32-BF56-856A46F87948}"/>
          </ac:spMkLst>
        </pc:spChg>
        <pc:spChg chg="add mod">
          <ac:chgData name="Tucker, Sarah" userId="2d8f1770-afc8-4a1e-b959-2be052d81780" providerId="ADAL" clId="{527D041E-DC32-4974-BE0B-E7777DAF94AB}" dt="2026-05-14T22:07:06.205" v="6391" actId="1076"/>
          <ac:spMkLst>
            <pc:docMk/>
            <pc:sldMk cId="1584631614" sldId="258"/>
            <ac:spMk id="11" creationId="{26F65959-B0EB-8CE7-5510-B829A5B09CAF}"/>
          </ac:spMkLst>
        </pc:spChg>
        <pc:spChg chg="add mod">
          <ac:chgData name="Tucker, Sarah" userId="2d8f1770-afc8-4a1e-b959-2be052d81780" providerId="ADAL" clId="{527D041E-DC32-4974-BE0B-E7777DAF94AB}" dt="2026-05-14T22:07:00.468" v="6390" actId="1076"/>
          <ac:spMkLst>
            <pc:docMk/>
            <pc:sldMk cId="1584631614" sldId="258"/>
            <ac:spMk id="12" creationId="{686AABDB-D87B-25EB-43FF-EFADD9B171A6}"/>
          </ac:spMkLst>
        </pc:spChg>
        <pc:spChg chg="add del mod">
          <ac:chgData name="Tucker, Sarah" userId="2d8f1770-afc8-4a1e-b959-2be052d81780" providerId="ADAL" clId="{527D041E-DC32-4974-BE0B-E7777DAF94AB}" dt="2026-05-14T21:57:29.101" v="6150" actId="478"/>
          <ac:spMkLst>
            <pc:docMk/>
            <pc:sldMk cId="1584631614" sldId="258"/>
            <ac:spMk id="13" creationId="{A0DE3AE5-898B-92B0-F9F0-4461A50E934A}"/>
          </ac:spMkLst>
        </pc:spChg>
        <pc:spChg chg="add del mod">
          <ac:chgData name="Tucker, Sarah" userId="2d8f1770-afc8-4a1e-b959-2be052d81780" providerId="ADAL" clId="{527D041E-DC32-4974-BE0B-E7777DAF94AB}" dt="2026-05-14T21:56:08.945" v="6128" actId="478"/>
          <ac:spMkLst>
            <pc:docMk/>
            <pc:sldMk cId="1584631614" sldId="258"/>
            <ac:spMk id="14" creationId="{28532807-C441-F3CF-12C6-DB6E42DD5D4A}"/>
          </ac:spMkLst>
        </pc:spChg>
        <pc:spChg chg="add del mod">
          <ac:chgData name="Tucker, Sarah" userId="2d8f1770-afc8-4a1e-b959-2be052d81780" providerId="ADAL" clId="{527D041E-DC32-4974-BE0B-E7777DAF94AB}" dt="2026-05-14T21:56:10.447" v="6129" actId="478"/>
          <ac:spMkLst>
            <pc:docMk/>
            <pc:sldMk cId="1584631614" sldId="258"/>
            <ac:spMk id="15" creationId="{7633A77C-DC7E-03F5-CD8F-8125B059C96E}"/>
          </ac:spMkLst>
        </pc:spChg>
        <pc:spChg chg="add del mod">
          <ac:chgData name="Tucker, Sarah" userId="2d8f1770-afc8-4a1e-b959-2be052d81780" providerId="ADAL" clId="{527D041E-DC32-4974-BE0B-E7777DAF94AB}" dt="2026-05-14T21:56:11.852" v="6130" actId="478"/>
          <ac:spMkLst>
            <pc:docMk/>
            <pc:sldMk cId="1584631614" sldId="258"/>
            <ac:spMk id="16" creationId="{60336D04-3755-22A2-DBE3-1DD95E2CF411}"/>
          </ac:spMkLst>
        </pc:spChg>
        <pc:spChg chg="add del mod">
          <ac:chgData name="Tucker, Sarah" userId="2d8f1770-afc8-4a1e-b959-2be052d81780" providerId="ADAL" clId="{527D041E-DC32-4974-BE0B-E7777DAF94AB}" dt="2026-05-14T22:00:26.768" v="6196" actId="478"/>
          <ac:spMkLst>
            <pc:docMk/>
            <pc:sldMk cId="1584631614" sldId="258"/>
            <ac:spMk id="17" creationId="{70045FD5-C5EC-45AE-8FD9-C88B8BEBC08D}"/>
          </ac:spMkLst>
        </pc:spChg>
        <pc:spChg chg="add mod">
          <ac:chgData name="Tucker, Sarah" userId="2d8f1770-afc8-4a1e-b959-2be052d81780" providerId="ADAL" clId="{527D041E-DC32-4974-BE0B-E7777DAF94AB}" dt="2026-05-14T21:57:27.085" v="6149" actId="1076"/>
          <ac:spMkLst>
            <pc:docMk/>
            <pc:sldMk cId="1584631614" sldId="258"/>
            <ac:spMk id="18" creationId="{C09C9610-C6AD-4C73-C7F0-98DF7949CB9F}"/>
          </ac:spMkLst>
        </pc:spChg>
        <pc:spChg chg="add mod">
          <ac:chgData name="Tucker, Sarah" userId="2d8f1770-afc8-4a1e-b959-2be052d81780" providerId="ADAL" clId="{527D041E-DC32-4974-BE0B-E7777DAF94AB}" dt="2026-05-14T22:03:00.598" v="6247" actId="1076"/>
          <ac:spMkLst>
            <pc:docMk/>
            <pc:sldMk cId="1584631614" sldId="258"/>
            <ac:spMk id="19" creationId="{155B49ED-F8E0-A896-C436-A7277FC1D7EA}"/>
          </ac:spMkLst>
        </pc:spChg>
        <pc:spChg chg="add mod">
          <ac:chgData name="Tucker, Sarah" userId="2d8f1770-afc8-4a1e-b959-2be052d81780" providerId="ADAL" clId="{527D041E-DC32-4974-BE0B-E7777DAF94AB}" dt="2026-05-14T22:00:22.980" v="6195" actId="1076"/>
          <ac:spMkLst>
            <pc:docMk/>
            <pc:sldMk cId="1584631614" sldId="258"/>
            <ac:spMk id="20" creationId="{D5516945-7DA8-E539-246A-1AC427ADACDD}"/>
          </ac:spMkLst>
        </pc:spChg>
        <pc:spChg chg="add mod">
          <ac:chgData name="Tucker, Sarah" userId="2d8f1770-afc8-4a1e-b959-2be052d81780" providerId="ADAL" clId="{527D041E-DC32-4974-BE0B-E7777DAF94AB}" dt="2026-05-14T22:00:42.248" v="6200" actId="1076"/>
          <ac:spMkLst>
            <pc:docMk/>
            <pc:sldMk cId="1584631614" sldId="258"/>
            <ac:spMk id="21" creationId="{5E337BBA-8637-0EAF-99CF-1EE148694FF9}"/>
          </ac:spMkLst>
        </pc:spChg>
        <pc:spChg chg="add mod">
          <ac:chgData name="Tucker, Sarah" userId="2d8f1770-afc8-4a1e-b959-2be052d81780" providerId="ADAL" clId="{527D041E-DC32-4974-BE0B-E7777DAF94AB}" dt="2026-05-14T22:01:14.697" v="6209" actId="688"/>
          <ac:spMkLst>
            <pc:docMk/>
            <pc:sldMk cId="1584631614" sldId="258"/>
            <ac:spMk id="22" creationId="{FC920572-4549-F991-DA46-8AFCFFB5C249}"/>
          </ac:spMkLst>
        </pc:spChg>
        <pc:spChg chg="add mod">
          <ac:chgData name="Tucker, Sarah" userId="2d8f1770-afc8-4a1e-b959-2be052d81780" providerId="ADAL" clId="{527D041E-DC32-4974-BE0B-E7777DAF94AB}" dt="2026-05-14T22:01:09.680" v="6208" actId="1076"/>
          <ac:spMkLst>
            <pc:docMk/>
            <pc:sldMk cId="1584631614" sldId="258"/>
            <ac:spMk id="23" creationId="{0658B75D-FA3C-E23B-856F-6F7A57F8AE19}"/>
          </ac:spMkLst>
        </pc:spChg>
        <pc:spChg chg="add mod">
          <ac:chgData name="Tucker, Sarah" userId="2d8f1770-afc8-4a1e-b959-2be052d81780" providerId="ADAL" clId="{527D041E-DC32-4974-BE0B-E7777DAF94AB}" dt="2026-05-14T22:01:29.710" v="6214" actId="688"/>
          <ac:spMkLst>
            <pc:docMk/>
            <pc:sldMk cId="1584631614" sldId="258"/>
            <ac:spMk id="24" creationId="{465AC705-7327-AD72-2A4B-9AAC94129431}"/>
          </ac:spMkLst>
        </pc:spChg>
        <pc:spChg chg="add mod">
          <ac:chgData name="Tucker, Sarah" userId="2d8f1770-afc8-4a1e-b959-2be052d81780" providerId="ADAL" clId="{527D041E-DC32-4974-BE0B-E7777DAF94AB}" dt="2026-05-14T22:01:59.127" v="6221" actId="1076"/>
          <ac:spMkLst>
            <pc:docMk/>
            <pc:sldMk cId="1584631614" sldId="258"/>
            <ac:spMk id="25" creationId="{4A3A2538-6E97-EF83-AE44-F43BA4ECD98E}"/>
          </ac:spMkLst>
        </pc:spChg>
        <pc:spChg chg="add mod">
          <ac:chgData name="Tucker, Sarah" userId="2d8f1770-afc8-4a1e-b959-2be052d81780" providerId="ADAL" clId="{527D041E-DC32-4974-BE0B-E7777DAF94AB}" dt="2026-05-14T22:07:43.763" v="6400" actId="1076"/>
          <ac:spMkLst>
            <pc:docMk/>
            <pc:sldMk cId="1584631614" sldId="258"/>
            <ac:spMk id="26" creationId="{F79CDAB8-0E33-9CBE-F8B5-C970A0F2D1C2}"/>
          </ac:spMkLst>
        </pc:spChg>
        <pc:spChg chg="add mod">
          <ac:chgData name="Tucker, Sarah" userId="2d8f1770-afc8-4a1e-b959-2be052d81780" providerId="ADAL" clId="{527D041E-DC32-4974-BE0B-E7777DAF94AB}" dt="2026-05-14T22:07:16.203" v="6392" actId="1076"/>
          <ac:spMkLst>
            <pc:docMk/>
            <pc:sldMk cId="1584631614" sldId="258"/>
            <ac:spMk id="27" creationId="{126965D5-6E01-FEFA-CA33-E94C78BD7D64}"/>
          </ac:spMkLst>
        </pc:spChg>
        <pc:spChg chg="add mod">
          <ac:chgData name="Tucker, Sarah" userId="2d8f1770-afc8-4a1e-b959-2be052d81780" providerId="ADAL" clId="{527D041E-DC32-4974-BE0B-E7777DAF94AB}" dt="2026-05-14T22:07:24.174" v="6393" actId="1076"/>
          <ac:spMkLst>
            <pc:docMk/>
            <pc:sldMk cId="1584631614" sldId="258"/>
            <ac:spMk id="28" creationId="{4D77B7F9-57A6-101A-C29D-1DD56DC5AE32}"/>
          </ac:spMkLst>
        </pc:spChg>
        <pc:spChg chg="add mod">
          <ac:chgData name="Tucker, Sarah" userId="2d8f1770-afc8-4a1e-b959-2be052d81780" providerId="ADAL" clId="{527D041E-DC32-4974-BE0B-E7777DAF94AB}" dt="2026-05-14T22:04:29.655" v="6344" actId="20577"/>
          <ac:spMkLst>
            <pc:docMk/>
            <pc:sldMk cId="1584631614" sldId="258"/>
            <ac:spMk id="29" creationId="{5FE65A94-E56E-08F2-D8FF-3D30BE6136EB}"/>
          </ac:spMkLst>
        </pc:spChg>
      </pc:sldChg>
      <pc:sldChg chg="addSp modSp mod modNotesTx">
        <pc:chgData name="Tucker, Sarah" userId="2d8f1770-afc8-4a1e-b959-2be052d81780" providerId="ADAL" clId="{527D041E-DC32-4974-BE0B-E7777DAF94AB}" dt="2026-05-14T23:09:11.585" v="11152" actId="14100"/>
        <pc:sldMkLst>
          <pc:docMk/>
          <pc:sldMk cId="644599377" sldId="259"/>
        </pc:sldMkLst>
        <pc:spChg chg="mod">
          <ac:chgData name="Tucker, Sarah" userId="2d8f1770-afc8-4a1e-b959-2be052d81780" providerId="ADAL" clId="{527D041E-DC32-4974-BE0B-E7777DAF94AB}" dt="2026-05-14T19:07:32.305" v="3382"/>
          <ac:spMkLst>
            <pc:docMk/>
            <pc:sldMk cId="644599377" sldId="259"/>
            <ac:spMk id="2" creationId="{B1AA95BB-A42B-BBB2-F299-B1B45E106720}"/>
          </ac:spMkLst>
        </pc:spChg>
        <pc:spChg chg="mod">
          <ac:chgData name="Tucker, Sarah" userId="2d8f1770-afc8-4a1e-b959-2be052d81780" providerId="ADAL" clId="{527D041E-DC32-4974-BE0B-E7777DAF94AB}" dt="2026-05-14T23:08:52.901" v="11147" actId="27636"/>
          <ac:spMkLst>
            <pc:docMk/>
            <pc:sldMk cId="644599377" sldId="259"/>
            <ac:spMk id="3" creationId="{F13FB4E8-C326-75F9-9E76-05E55EF62157}"/>
          </ac:spMkLst>
        </pc:spChg>
        <pc:picChg chg="add mod">
          <ac:chgData name="Tucker, Sarah" userId="2d8f1770-afc8-4a1e-b959-2be052d81780" providerId="ADAL" clId="{527D041E-DC32-4974-BE0B-E7777DAF94AB}" dt="2026-05-14T23:09:11.585" v="11152" actId="14100"/>
          <ac:picMkLst>
            <pc:docMk/>
            <pc:sldMk cId="644599377" sldId="259"/>
            <ac:picMk id="4" creationId="{F94EE4FB-5EB6-A875-E763-91F8430AC405}"/>
          </ac:picMkLst>
        </pc:picChg>
      </pc:sldChg>
      <pc:sldChg chg="addSp modSp mod modNotesTx">
        <pc:chgData name="Tucker, Sarah" userId="2d8f1770-afc8-4a1e-b959-2be052d81780" providerId="ADAL" clId="{527D041E-DC32-4974-BE0B-E7777DAF94AB}" dt="2026-05-15T01:39:38.399" v="13235" actId="20577"/>
        <pc:sldMkLst>
          <pc:docMk/>
          <pc:sldMk cId="3558975132" sldId="260"/>
        </pc:sldMkLst>
        <pc:spChg chg="mod">
          <ac:chgData name="Tucker, Sarah" userId="2d8f1770-afc8-4a1e-b959-2be052d81780" providerId="ADAL" clId="{527D041E-DC32-4974-BE0B-E7777DAF94AB}" dt="2026-05-14T23:09:34" v="11153" actId="20577"/>
          <ac:spMkLst>
            <pc:docMk/>
            <pc:sldMk cId="3558975132" sldId="260"/>
            <ac:spMk id="2" creationId="{34514ECA-D2C7-261E-6DC5-75F52C944C31}"/>
          </ac:spMkLst>
        </pc:spChg>
        <pc:spChg chg="mod">
          <ac:chgData name="Tucker, Sarah" userId="2d8f1770-afc8-4a1e-b959-2be052d81780" providerId="ADAL" clId="{527D041E-DC32-4974-BE0B-E7777DAF94AB}" dt="2026-05-14T23:26:36.228" v="12146" actId="14100"/>
          <ac:spMkLst>
            <pc:docMk/>
            <pc:sldMk cId="3558975132" sldId="260"/>
            <ac:spMk id="3" creationId="{87EFB18B-7A0D-398E-2B4C-34E5EF503EB1}"/>
          </ac:spMkLst>
        </pc:spChg>
        <pc:spChg chg="add mod">
          <ac:chgData name="Tucker, Sarah" userId="2d8f1770-afc8-4a1e-b959-2be052d81780" providerId="ADAL" clId="{527D041E-DC32-4974-BE0B-E7777DAF94AB}" dt="2026-05-14T23:26:47.366" v="12148" actId="1076"/>
          <ac:spMkLst>
            <pc:docMk/>
            <pc:sldMk cId="3558975132" sldId="260"/>
            <ac:spMk id="5" creationId="{29BFF01A-D186-85D3-8FB8-04710426C822}"/>
          </ac:spMkLst>
        </pc:spChg>
        <pc:picChg chg="add mod">
          <ac:chgData name="Tucker, Sarah" userId="2d8f1770-afc8-4a1e-b959-2be052d81780" providerId="ADAL" clId="{527D041E-DC32-4974-BE0B-E7777DAF94AB}" dt="2026-05-14T23:26:47.366" v="12148" actId="1076"/>
          <ac:picMkLst>
            <pc:docMk/>
            <pc:sldMk cId="3558975132" sldId="260"/>
            <ac:picMk id="4" creationId="{D0D8CFCD-8068-4172-F665-AD368B4A04E9}"/>
          </ac:picMkLst>
        </pc:picChg>
      </pc:sldChg>
      <pc:sldChg chg="addSp modSp mod modNotesTx">
        <pc:chgData name="Tucker, Sarah" userId="2d8f1770-afc8-4a1e-b959-2be052d81780" providerId="ADAL" clId="{527D041E-DC32-4974-BE0B-E7777DAF94AB}" dt="2026-05-15T00:44:17.328" v="12950" actId="20577"/>
        <pc:sldMkLst>
          <pc:docMk/>
          <pc:sldMk cId="4040429049" sldId="261"/>
        </pc:sldMkLst>
        <pc:spChg chg="mod">
          <ac:chgData name="Tucker, Sarah" userId="2d8f1770-afc8-4a1e-b959-2be052d81780" providerId="ADAL" clId="{527D041E-DC32-4974-BE0B-E7777DAF94AB}" dt="2026-05-14T20:38:56.843" v="3482" actId="20577"/>
          <ac:spMkLst>
            <pc:docMk/>
            <pc:sldMk cId="4040429049" sldId="261"/>
            <ac:spMk id="2" creationId="{0A6D33F6-B6A8-CA98-4AC6-2EC630108BBF}"/>
          </ac:spMkLst>
        </pc:spChg>
        <pc:spChg chg="mod">
          <ac:chgData name="Tucker, Sarah" userId="2d8f1770-afc8-4a1e-b959-2be052d81780" providerId="ADAL" clId="{527D041E-DC32-4974-BE0B-E7777DAF94AB}" dt="2026-05-14T20:38:44.753" v="3481" actId="20577"/>
          <ac:spMkLst>
            <pc:docMk/>
            <pc:sldMk cId="4040429049" sldId="261"/>
            <ac:spMk id="3" creationId="{853AFE82-8811-3F84-5A01-86FAC74A2443}"/>
          </ac:spMkLst>
        </pc:spChg>
        <pc:picChg chg="add mod">
          <ac:chgData name="Tucker, Sarah" userId="2d8f1770-afc8-4a1e-b959-2be052d81780" providerId="ADAL" clId="{527D041E-DC32-4974-BE0B-E7777DAF94AB}" dt="2026-05-14T20:37:42.520" v="3471" actId="14100"/>
          <ac:picMkLst>
            <pc:docMk/>
            <pc:sldMk cId="4040429049" sldId="261"/>
            <ac:picMk id="5" creationId="{CDC460D9-B50D-D225-C4D1-D4DF3923A188}"/>
          </ac:picMkLst>
        </pc:picChg>
      </pc:sldChg>
      <pc:sldChg chg="modSp mod modNotesTx">
        <pc:chgData name="Tucker, Sarah" userId="2d8f1770-afc8-4a1e-b959-2be052d81780" providerId="ADAL" clId="{527D041E-DC32-4974-BE0B-E7777DAF94AB}" dt="2026-05-15T02:06:49.554" v="13708" actId="20577"/>
        <pc:sldMkLst>
          <pc:docMk/>
          <pc:sldMk cId="2028137266" sldId="262"/>
        </pc:sldMkLst>
        <pc:spChg chg="mod">
          <ac:chgData name="Tucker, Sarah" userId="2d8f1770-afc8-4a1e-b959-2be052d81780" providerId="ADAL" clId="{527D041E-DC32-4974-BE0B-E7777DAF94AB}" dt="2026-05-14T23:24:44.230" v="11996" actId="313"/>
          <ac:spMkLst>
            <pc:docMk/>
            <pc:sldMk cId="2028137266" sldId="262"/>
            <ac:spMk id="2" creationId="{4E6FB6AD-41B4-5175-9A95-F1CA1DAE2413}"/>
          </ac:spMkLst>
        </pc:spChg>
        <pc:spChg chg="mod">
          <ac:chgData name="Tucker, Sarah" userId="2d8f1770-afc8-4a1e-b959-2be052d81780" providerId="ADAL" clId="{527D041E-DC32-4974-BE0B-E7777DAF94AB}" dt="2026-05-14T23:26:06.965" v="12145" actId="20577"/>
          <ac:spMkLst>
            <pc:docMk/>
            <pc:sldMk cId="2028137266" sldId="262"/>
            <ac:spMk id="3" creationId="{A4ACD8F2-8BCE-8EA1-BE39-4DD910678A30}"/>
          </ac:spMkLst>
        </pc:spChg>
      </pc:sldChg>
      <pc:sldChg chg="delSp modSp mod">
        <pc:chgData name="Tucker, Sarah" userId="2d8f1770-afc8-4a1e-b959-2be052d81780" providerId="ADAL" clId="{527D041E-DC32-4974-BE0B-E7777DAF94AB}" dt="2026-05-14T18:51:33.769" v="3136" actId="122"/>
        <pc:sldMkLst>
          <pc:docMk/>
          <pc:sldMk cId="1117226760" sldId="263"/>
        </pc:sldMkLst>
        <pc:spChg chg="mod">
          <ac:chgData name="Tucker, Sarah" userId="2d8f1770-afc8-4a1e-b959-2be052d81780" providerId="ADAL" clId="{527D041E-DC32-4974-BE0B-E7777DAF94AB}" dt="2026-05-14T18:51:33.769" v="3136" actId="122"/>
          <ac:spMkLst>
            <pc:docMk/>
            <pc:sldMk cId="1117226760" sldId="263"/>
            <ac:spMk id="2" creationId="{6BE17593-9C0B-C396-EA31-B6E97AA3D9A2}"/>
          </ac:spMkLst>
        </pc:spChg>
        <pc:spChg chg="del">
          <ac:chgData name="Tucker, Sarah" userId="2d8f1770-afc8-4a1e-b959-2be052d81780" providerId="ADAL" clId="{527D041E-DC32-4974-BE0B-E7777DAF94AB}" dt="2026-05-14T18:51:13.945" v="3115" actId="478"/>
          <ac:spMkLst>
            <pc:docMk/>
            <pc:sldMk cId="1117226760" sldId="263"/>
            <ac:spMk id="3" creationId="{4C021C39-27C8-7F4A-EEF6-2CC316A56626}"/>
          </ac:spMkLst>
        </pc:spChg>
      </pc:sldChg>
      <pc:sldChg chg="modSp del mod">
        <pc:chgData name="Tucker, Sarah" userId="2d8f1770-afc8-4a1e-b959-2be052d81780" providerId="ADAL" clId="{527D041E-DC32-4974-BE0B-E7777DAF94AB}" dt="2026-05-14T12:37:19.911" v="3102" actId="2696"/>
        <pc:sldMkLst>
          <pc:docMk/>
          <pc:sldMk cId="3345272970" sldId="264"/>
        </pc:sldMkLst>
        <pc:spChg chg="mod">
          <ac:chgData name="Tucker, Sarah" userId="2d8f1770-afc8-4a1e-b959-2be052d81780" providerId="ADAL" clId="{527D041E-DC32-4974-BE0B-E7777DAF94AB}" dt="2026-05-14T00:49:00.769" v="3101" actId="20577"/>
          <ac:spMkLst>
            <pc:docMk/>
            <pc:sldMk cId="3345272970" sldId="264"/>
            <ac:spMk id="3" creationId="{19F80F85-E363-CAD2-B7CA-C64885E0B656}"/>
          </ac:spMkLst>
        </pc:spChg>
      </pc:sldChg>
      <pc:sldChg chg="delSp modSp mod ord">
        <pc:chgData name="Tucker, Sarah" userId="2d8f1770-afc8-4a1e-b959-2be052d81780" providerId="ADAL" clId="{527D041E-DC32-4974-BE0B-E7777DAF94AB}" dt="2026-05-14T21:21:49.762" v="4637" actId="1076"/>
        <pc:sldMkLst>
          <pc:docMk/>
          <pc:sldMk cId="4265190860" sldId="265"/>
        </pc:sldMkLst>
        <pc:spChg chg="mod">
          <ac:chgData name="Tucker, Sarah" userId="2d8f1770-afc8-4a1e-b959-2be052d81780" providerId="ADAL" clId="{527D041E-DC32-4974-BE0B-E7777DAF94AB}" dt="2026-05-14T21:21:49.762" v="4637" actId="1076"/>
          <ac:spMkLst>
            <pc:docMk/>
            <pc:sldMk cId="4265190860" sldId="265"/>
            <ac:spMk id="2" creationId="{89D2C99C-EB4E-9A59-7DF5-23D4B9C5F7E4}"/>
          </ac:spMkLst>
        </pc:spChg>
        <pc:spChg chg="del mod">
          <ac:chgData name="Tucker, Sarah" userId="2d8f1770-afc8-4a1e-b959-2be052d81780" providerId="ADAL" clId="{527D041E-DC32-4974-BE0B-E7777DAF94AB}" dt="2026-05-14T21:21:23.312" v="4632" actId="478"/>
          <ac:spMkLst>
            <pc:docMk/>
            <pc:sldMk cId="4265190860" sldId="265"/>
            <ac:spMk id="3" creationId="{BEDDF4BA-D400-3E26-DC83-4E5F79070ABB}"/>
          </ac:spMkLst>
        </pc:spChg>
      </pc:sldChg>
      <pc:sldChg chg="addSp delSp modSp new del mod modNotesTx">
        <pc:chgData name="Tucker, Sarah" userId="2d8f1770-afc8-4a1e-b959-2be052d81780" providerId="ADAL" clId="{527D041E-DC32-4974-BE0B-E7777DAF94AB}" dt="2026-05-14T22:38:31.054" v="8345" actId="2696"/>
        <pc:sldMkLst>
          <pc:docMk/>
          <pc:sldMk cId="4052952163" sldId="266"/>
        </pc:sldMkLst>
        <pc:spChg chg="mod">
          <ac:chgData name="Tucker, Sarah" userId="2d8f1770-afc8-4a1e-b959-2be052d81780" providerId="ADAL" clId="{527D041E-DC32-4974-BE0B-E7777DAF94AB}" dt="2026-05-14T19:07:32.305" v="3382"/>
          <ac:spMkLst>
            <pc:docMk/>
            <pc:sldMk cId="4052952163" sldId="266"/>
            <ac:spMk id="2" creationId="{F883A7B4-AE08-6C5D-B234-96F8141E39C5}"/>
          </ac:spMkLst>
        </pc:spChg>
        <pc:spChg chg="del mod">
          <ac:chgData name="Tucker, Sarah" userId="2d8f1770-afc8-4a1e-b959-2be052d81780" providerId="ADAL" clId="{527D041E-DC32-4974-BE0B-E7777DAF94AB}" dt="2026-05-14T20:52:53.198" v="3855" actId="931"/>
          <ac:spMkLst>
            <pc:docMk/>
            <pc:sldMk cId="4052952163" sldId="266"/>
            <ac:spMk id="3" creationId="{19213BFB-D66A-AA6A-3F85-61E614961500}"/>
          </ac:spMkLst>
        </pc:spChg>
        <pc:spChg chg="add mod">
          <ac:chgData name="Tucker, Sarah" userId="2d8f1770-afc8-4a1e-b959-2be052d81780" providerId="ADAL" clId="{527D041E-DC32-4974-BE0B-E7777DAF94AB}" dt="2026-05-14T20:53:11.222" v="3857" actId="478"/>
          <ac:spMkLst>
            <pc:docMk/>
            <pc:sldMk cId="4052952163" sldId="266"/>
            <ac:spMk id="7" creationId="{7345CF8F-4F6C-DFFA-7B31-F3F6AEC44D31}"/>
          </ac:spMkLst>
        </pc:spChg>
        <pc:picChg chg="add del mod ord">
          <ac:chgData name="Tucker, Sarah" userId="2d8f1770-afc8-4a1e-b959-2be052d81780" providerId="ADAL" clId="{527D041E-DC32-4974-BE0B-E7777DAF94AB}" dt="2026-05-14T20:53:11.222" v="3857" actId="478"/>
          <ac:picMkLst>
            <pc:docMk/>
            <pc:sldMk cId="4052952163" sldId="266"/>
            <ac:picMk id="5" creationId="{3870BB4E-3E81-2054-3BCF-ABCDE5F0E1DB}"/>
          </ac:picMkLst>
        </pc:picChg>
      </pc:sldChg>
      <pc:sldChg chg="modSp new mod modNotesTx">
        <pc:chgData name="Tucker, Sarah" userId="2d8f1770-afc8-4a1e-b959-2be052d81780" providerId="ADAL" clId="{527D041E-DC32-4974-BE0B-E7777DAF94AB}" dt="2026-05-15T02:03:10.032" v="13676" actId="1076"/>
        <pc:sldMkLst>
          <pc:docMk/>
          <pc:sldMk cId="1290012153" sldId="267"/>
        </pc:sldMkLst>
        <pc:spChg chg="mod">
          <ac:chgData name="Tucker, Sarah" userId="2d8f1770-afc8-4a1e-b959-2be052d81780" providerId="ADAL" clId="{527D041E-DC32-4974-BE0B-E7777DAF94AB}" dt="2026-05-15T02:02:20.395" v="13675" actId="20577"/>
          <ac:spMkLst>
            <pc:docMk/>
            <pc:sldMk cId="1290012153" sldId="267"/>
            <ac:spMk id="2" creationId="{91D9E250-F805-3C66-6E82-4D4B5EAD47F9}"/>
          </ac:spMkLst>
        </pc:spChg>
        <pc:spChg chg="mod">
          <ac:chgData name="Tucker, Sarah" userId="2d8f1770-afc8-4a1e-b959-2be052d81780" providerId="ADAL" clId="{527D041E-DC32-4974-BE0B-E7777DAF94AB}" dt="2026-05-15T02:03:10.032" v="13676" actId="1076"/>
          <ac:spMkLst>
            <pc:docMk/>
            <pc:sldMk cId="1290012153" sldId="267"/>
            <ac:spMk id="3" creationId="{C4B12AD9-63B4-5A57-8B71-A2F626E5AE10}"/>
          </ac:spMkLst>
        </pc:spChg>
      </pc:sldChg>
      <pc:sldChg chg="modSp new mod">
        <pc:chgData name="Tucker, Sarah" userId="2d8f1770-afc8-4a1e-b959-2be052d81780" providerId="ADAL" clId="{527D041E-DC32-4974-BE0B-E7777DAF94AB}" dt="2026-05-14T19:07:32.305" v="3382"/>
        <pc:sldMkLst>
          <pc:docMk/>
          <pc:sldMk cId="4262321283" sldId="268"/>
        </pc:sldMkLst>
        <pc:spChg chg="mod">
          <ac:chgData name="Tucker, Sarah" userId="2d8f1770-afc8-4a1e-b959-2be052d81780" providerId="ADAL" clId="{527D041E-DC32-4974-BE0B-E7777DAF94AB}" dt="2026-05-14T19:07:32.305" v="3382"/>
          <ac:spMkLst>
            <pc:docMk/>
            <pc:sldMk cId="4262321283" sldId="268"/>
            <ac:spMk id="2" creationId="{EEA46BC7-CB79-08EF-BA29-34D2F867FC2D}"/>
          </ac:spMkLst>
        </pc:spChg>
        <pc:spChg chg="mod">
          <ac:chgData name="Tucker, Sarah" userId="2d8f1770-afc8-4a1e-b959-2be052d81780" providerId="ADAL" clId="{527D041E-DC32-4974-BE0B-E7777DAF94AB}" dt="2026-05-14T19:07:32.305" v="3382"/>
          <ac:spMkLst>
            <pc:docMk/>
            <pc:sldMk cId="4262321283" sldId="268"/>
            <ac:spMk id="3" creationId="{47437655-98EC-7DC5-13FB-D9EC6FB55AA5}"/>
          </ac:spMkLst>
        </pc:spChg>
      </pc:sldChg>
      <pc:sldChg chg="addSp modSp new mod">
        <pc:chgData name="Tucker, Sarah" userId="2d8f1770-afc8-4a1e-b959-2be052d81780" providerId="ADAL" clId="{527D041E-DC32-4974-BE0B-E7777DAF94AB}" dt="2026-05-14T19:07:32.305" v="3382"/>
        <pc:sldMkLst>
          <pc:docMk/>
          <pc:sldMk cId="770340605" sldId="269"/>
        </pc:sldMkLst>
        <pc:spChg chg="mod">
          <ac:chgData name="Tucker, Sarah" userId="2d8f1770-afc8-4a1e-b959-2be052d81780" providerId="ADAL" clId="{527D041E-DC32-4974-BE0B-E7777DAF94AB}" dt="2026-05-14T19:07:32.305" v="3382"/>
          <ac:spMkLst>
            <pc:docMk/>
            <pc:sldMk cId="770340605" sldId="269"/>
            <ac:spMk id="2" creationId="{EB37D5EB-EDFF-ECD9-E3E1-91089DFDBC9C}"/>
          </ac:spMkLst>
        </pc:spChg>
        <pc:spChg chg="mod">
          <ac:chgData name="Tucker, Sarah" userId="2d8f1770-afc8-4a1e-b959-2be052d81780" providerId="ADAL" clId="{527D041E-DC32-4974-BE0B-E7777DAF94AB}" dt="2026-05-14T19:05:09.658" v="3350" actId="27636"/>
          <ac:spMkLst>
            <pc:docMk/>
            <pc:sldMk cId="770340605" sldId="269"/>
            <ac:spMk id="3" creationId="{77BF2D31-67B7-FB47-34ED-EF988127F95B}"/>
          </ac:spMkLst>
        </pc:spChg>
        <pc:picChg chg="add mod">
          <ac:chgData name="Tucker, Sarah" userId="2d8f1770-afc8-4a1e-b959-2be052d81780" providerId="ADAL" clId="{527D041E-DC32-4974-BE0B-E7777DAF94AB}" dt="2026-05-14T19:02:45.738" v="3343" actId="1076"/>
          <ac:picMkLst>
            <pc:docMk/>
            <pc:sldMk cId="770340605" sldId="269"/>
            <ac:picMk id="4" creationId="{0AA6B9A5-9F73-966A-49FC-0CFF28DDB4CE}"/>
          </ac:picMkLst>
        </pc:picChg>
        <pc:picChg chg="add mod">
          <ac:chgData name="Tucker, Sarah" userId="2d8f1770-afc8-4a1e-b959-2be052d81780" providerId="ADAL" clId="{527D041E-DC32-4974-BE0B-E7777DAF94AB}" dt="2026-05-14T19:05:05.725" v="3348" actId="1076"/>
          <ac:picMkLst>
            <pc:docMk/>
            <pc:sldMk cId="770340605" sldId="269"/>
            <ac:picMk id="6" creationId="{8FF2CCCF-4CF9-432B-1C93-79A5488D62FE}"/>
          </ac:picMkLst>
        </pc:picChg>
      </pc:sldChg>
      <pc:sldChg chg="addSp delSp modSp new mod">
        <pc:chgData name="Tucker, Sarah" userId="2d8f1770-afc8-4a1e-b959-2be052d81780" providerId="ADAL" clId="{527D041E-DC32-4974-BE0B-E7777DAF94AB}" dt="2026-05-14T19:07:32.305" v="3382"/>
        <pc:sldMkLst>
          <pc:docMk/>
          <pc:sldMk cId="2274333432" sldId="270"/>
        </pc:sldMkLst>
        <pc:spChg chg="mod">
          <ac:chgData name="Tucker, Sarah" userId="2d8f1770-afc8-4a1e-b959-2be052d81780" providerId="ADAL" clId="{527D041E-DC32-4974-BE0B-E7777DAF94AB}" dt="2026-05-14T19:07:32.305" v="3382"/>
          <ac:spMkLst>
            <pc:docMk/>
            <pc:sldMk cId="2274333432" sldId="270"/>
            <ac:spMk id="2" creationId="{4FAC58CA-6180-335D-F2A6-AE0BD6347C8F}"/>
          </ac:spMkLst>
        </pc:spChg>
        <pc:spChg chg="del mod">
          <ac:chgData name="Tucker, Sarah" userId="2d8f1770-afc8-4a1e-b959-2be052d81780" providerId="ADAL" clId="{527D041E-DC32-4974-BE0B-E7777DAF94AB}" dt="2026-05-14T18:54:40.569" v="3282" actId="478"/>
          <ac:spMkLst>
            <pc:docMk/>
            <pc:sldMk cId="2274333432" sldId="270"/>
            <ac:spMk id="3" creationId="{22309859-C484-A610-EDBA-5DD15A5FEA21}"/>
          </ac:spMkLst>
        </pc:spChg>
        <pc:picChg chg="add mod">
          <ac:chgData name="Tucker, Sarah" userId="2d8f1770-afc8-4a1e-b959-2be052d81780" providerId="ADAL" clId="{527D041E-DC32-4974-BE0B-E7777DAF94AB}" dt="2026-05-14T18:54:37.071" v="3281" actId="1076"/>
          <ac:picMkLst>
            <pc:docMk/>
            <pc:sldMk cId="2274333432" sldId="270"/>
            <ac:picMk id="4" creationId="{A19734B7-56B1-ED7D-EB5D-4358B757647A}"/>
          </ac:picMkLst>
        </pc:picChg>
        <pc:picChg chg="add mod">
          <ac:chgData name="Tucker, Sarah" userId="2d8f1770-afc8-4a1e-b959-2be052d81780" providerId="ADAL" clId="{527D041E-DC32-4974-BE0B-E7777DAF94AB}" dt="2026-05-14T18:54:37.071" v="3281" actId="1076"/>
          <ac:picMkLst>
            <pc:docMk/>
            <pc:sldMk cId="2274333432" sldId="270"/>
            <ac:picMk id="5" creationId="{5C1FD635-3DB8-962D-C9C4-91E7A0889392}"/>
          </ac:picMkLst>
        </pc:picChg>
      </pc:sldChg>
      <pc:sldChg chg="addSp delSp modSp new mod ord">
        <pc:chgData name="Tucker, Sarah" userId="2d8f1770-afc8-4a1e-b959-2be052d81780" providerId="ADAL" clId="{527D041E-DC32-4974-BE0B-E7777DAF94AB}" dt="2026-05-14T19:07:32.305" v="3382"/>
        <pc:sldMkLst>
          <pc:docMk/>
          <pc:sldMk cId="3220669644" sldId="271"/>
        </pc:sldMkLst>
        <pc:spChg chg="mod">
          <ac:chgData name="Tucker, Sarah" userId="2d8f1770-afc8-4a1e-b959-2be052d81780" providerId="ADAL" clId="{527D041E-DC32-4974-BE0B-E7777DAF94AB}" dt="2026-05-14T19:07:32.305" v="3382"/>
          <ac:spMkLst>
            <pc:docMk/>
            <pc:sldMk cId="3220669644" sldId="271"/>
            <ac:spMk id="2" creationId="{90F860BD-6084-35F9-9202-B8433B1514A8}"/>
          </ac:spMkLst>
        </pc:spChg>
        <pc:spChg chg="del">
          <ac:chgData name="Tucker, Sarah" userId="2d8f1770-afc8-4a1e-b959-2be052d81780" providerId="ADAL" clId="{527D041E-DC32-4974-BE0B-E7777DAF94AB}" dt="2026-05-14T18:59:26.579" v="3327" actId="478"/>
          <ac:spMkLst>
            <pc:docMk/>
            <pc:sldMk cId="3220669644" sldId="271"/>
            <ac:spMk id="3" creationId="{4C4ECAA5-261C-C9A2-16EC-E4992499114F}"/>
          </ac:spMkLst>
        </pc:spChg>
        <pc:spChg chg="add mod">
          <ac:chgData name="Tucker, Sarah" userId="2d8f1770-afc8-4a1e-b959-2be052d81780" providerId="ADAL" clId="{527D041E-DC32-4974-BE0B-E7777DAF94AB}" dt="2026-05-14T18:59:33.979" v="3329" actId="1076"/>
          <ac:spMkLst>
            <pc:docMk/>
            <pc:sldMk cId="3220669644" sldId="271"/>
            <ac:spMk id="4" creationId="{A55FBCDF-2DA4-FE46-4CF5-B9878662F055}"/>
          </ac:spMkLst>
        </pc:spChg>
        <pc:picChg chg="add mod">
          <ac:chgData name="Tucker, Sarah" userId="2d8f1770-afc8-4a1e-b959-2be052d81780" providerId="ADAL" clId="{527D041E-DC32-4974-BE0B-E7777DAF94AB}" dt="2026-05-14T18:59:33.979" v="3329" actId="1076"/>
          <ac:picMkLst>
            <pc:docMk/>
            <pc:sldMk cId="3220669644" sldId="271"/>
            <ac:picMk id="5" creationId="{17C0E127-C7ED-D56A-5320-591264A37EEC}"/>
          </ac:picMkLst>
        </pc:picChg>
      </pc:sldChg>
      <pc:sldChg chg="modSp add mod">
        <pc:chgData name="Tucker, Sarah" userId="2d8f1770-afc8-4a1e-b959-2be052d81780" providerId="ADAL" clId="{527D041E-DC32-4974-BE0B-E7777DAF94AB}" dt="2026-05-14T18:59:55.160" v="3337" actId="20577"/>
        <pc:sldMkLst>
          <pc:docMk/>
          <pc:sldMk cId="3809699949" sldId="272"/>
        </pc:sldMkLst>
        <pc:spChg chg="mod">
          <ac:chgData name="Tucker, Sarah" userId="2d8f1770-afc8-4a1e-b959-2be052d81780" providerId="ADAL" clId="{527D041E-DC32-4974-BE0B-E7777DAF94AB}" dt="2026-05-14T18:59:55.160" v="3337" actId="20577"/>
          <ac:spMkLst>
            <pc:docMk/>
            <pc:sldMk cId="3809699949" sldId="272"/>
            <ac:spMk id="2" creationId="{C8C2E3BD-3A25-80EA-8575-46C6D91E23F5}"/>
          </ac:spMkLst>
        </pc:spChg>
      </pc:sldChg>
      <pc:sldChg chg="modSp new mod">
        <pc:chgData name="Tucker, Sarah" userId="2d8f1770-afc8-4a1e-b959-2be052d81780" providerId="ADAL" clId="{527D041E-DC32-4974-BE0B-E7777DAF94AB}" dt="2026-05-14T19:07:32.305" v="3382"/>
        <pc:sldMkLst>
          <pc:docMk/>
          <pc:sldMk cId="1270087235" sldId="273"/>
        </pc:sldMkLst>
        <pc:spChg chg="mod">
          <ac:chgData name="Tucker, Sarah" userId="2d8f1770-afc8-4a1e-b959-2be052d81780" providerId="ADAL" clId="{527D041E-DC32-4974-BE0B-E7777DAF94AB}" dt="2026-05-14T19:07:32.305" v="3382"/>
          <ac:spMkLst>
            <pc:docMk/>
            <pc:sldMk cId="1270087235" sldId="273"/>
            <ac:spMk id="2" creationId="{EA11170B-541F-7A85-BAD7-2992CE221D05}"/>
          </ac:spMkLst>
        </pc:spChg>
        <pc:spChg chg="mod">
          <ac:chgData name="Tucker, Sarah" userId="2d8f1770-afc8-4a1e-b959-2be052d81780" providerId="ADAL" clId="{527D041E-DC32-4974-BE0B-E7777DAF94AB}" dt="2026-05-14T19:07:32.305" v="3382"/>
          <ac:spMkLst>
            <pc:docMk/>
            <pc:sldMk cId="1270087235" sldId="273"/>
            <ac:spMk id="3" creationId="{CACE7D05-29E3-B85C-49E8-92B315DB9D2E}"/>
          </ac:spMkLst>
        </pc:spChg>
      </pc:sldChg>
      <pc:sldChg chg="modSp add mod">
        <pc:chgData name="Tucker, Sarah" userId="2d8f1770-afc8-4a1e-b959-2be052d81780" providerId="ADAL" clId="{527D041E-DC32-4974-BE0B-E7777DAF94AB}" dt="2026-05-14T19:07:32.305" v="3382"/>
        <pc:sldMkLst>
          <pc:docMk/>
          <pc:sldMk cId="372407029" sldId="274"/>
        </pc:sldMkLst>
        <pc:spChg chg="mod">
          <ac:chgData name="Tucker, Sarah" userId="2d8f1770-afc8-4a1e-b959-2be052d81780" providerId="ADAL" clId="{527D041E-DC32-4974-BE0B-E7777DAF94AB}" dt="2026-05-14T19:07:32.305" v="3382"/>
          <ac:spMkLst>
            <pc:docMk/>
            <pc:sldMk cId="372407029" sldId="274"/>
            <ac:spMk id="2" creationId="{13440E34-84AC-7526-885A-5CEC46FCF310}"/>
          </ac:spMkLst>
        </pc:spChg>
        <pc:spChg chg="mod">
          <ac:chgData name="Tucker, Sarah" userId="2d8f1770-afc8-4a1e-b959-2be052d81780" providerId="ADAL" clId="{527D041E-DC32-4974-BE0B-E7777DAF94AB}" dt="2026-05-14T19:07:32.305" v="3382"/>
          <ac:spMkLst>
            <pc:docMk/>
            <pc:sldMk cId="372407029" sldId="274"/>
            <ac:spMk id="3" creationId="{D2501AA2-350E-9AD7-DF6C-D25E6E6F55DC}"/>
          </ac:spMkLst>
        </pc:spChg>
      </pc:sldChg>
      <pc:sldChg chg="modSp add mod">
        <pc:chgData name="Tucker, Sarah" userId="2d8f1770-afc8-4a1e-b959-2be052d81780" providerId="ADAL" clId="{527D041E-DC32-4974-BE0B-E7777DAF94AB}" dt="2026-05-14T19:10:50.740" v="3412" actId="1076"/>
        <pc:sldMkLst>
          <pc:docMk/>
          <pc:sldMk cId="3831672393" sldId="275"/>
        </pc:sldMkLst>
        <pc:spChg chg="mod">
          <ac:chgData name="Tucker, Sarah" userId="2d8f1770-afc8-4a1e-b959-2be052d81780" providerId="ADAL" clId="{527D041E-DC32-4974-BE0B-E7777DAF94AB}" dt="2026-05-14T19:10:50.740" v="3412" actId="1076"/>
          <ac:spMkLst>
            <pc:docMk/>
            <pc:sldMk cId="3831672393" sldId="275"/>
            <ac:spMk id="2" creationId="{D85254B8-8647-06EB-EB16-66E8E69E2BD6}"/>
          </ac:spMkLst>
        </pc:spChg>
      </pc:sldChg>
      <pc:sldChg chg="modSp add mod">
        <pc:chgData name="Tucker, Sarah" userId="2d8f1770-afc8-4a1e-b959-2be052d81780" providerId="ADAL" clId="{527D041E-DC32-4974-BE0B-E7777DAF94AB}" dt="2026-05-14T19:10:58.834" v="3424" actId="20577"/>
        <pc:sldMkLst>
          <pc:docMk/>
          <pc:sldMk cId="2513851010" sldId="276"/>
        </pc:sldMkLst>
        <pc:spChg chg="mod">
          <ac:chgData name="Tucker, Sarah" userId="2d8f1770-afc8-4a1e-b959-2be052d81780" providerId="ADAL" clId="{527D041E-DC32-4974-BE0B-E7777DAF94AB}" dt="2026-05-14T19:10:58.834" v="3424" actId="20577"/>
          <ac:spMkLst>
            <pc:docMk/>
            <pc:sldMk cId="2513851010" sldId="276"/>
            <ac:spMk id="2" creationId="{B084980E-9C1A-75D6-E6C3-DF55807062A1}"/>
          </ac:spMkLst>
        </pc:spChg>
      </pc:sldChg>
      <pc:sldChg chg="modSp add mod">
        <pc:chgData name="Tucker, Sarah" userId="2d8f1770-afc8-4a1e-b959-2be052d81780" providerId="ADAL" clId="{527D041E-DC32-4974-BE0B-E7777DAF94AB}" dt="2026-05-14T19:11:07.612" v="3436" actId="20577"/>
        <pc:sldMkLst>
          <pc:docMk/>
          <pc:sldMk cId="1921562024" sldId="277"/>
        </pc:sldMkLst>
        <pc:spChg chg="mod">
          <ac:chgData name="Tucker, Sarah" userId="2d8f1770-afc8-4a1e-b959-2be052d81780" providerId="ADAL" clId="{527D041E-DC32-4974-BE0B-E7777DAF94AB}" dt="2026-05-14T19:11:07.612" v="3436" actId="20577"/>
          <ac:spMkLst>
            <pc:docMk/>
            <pc:sldMk cId="1921562024" sldId="277"/>
            <ac:spMk id="2" creationId="{9A723CF8-2BDA-4FAB-45B6-2425F59BFFAD}"/>
          </ac:spMkLst>
        </pc:spChg>
      </pc:sldChg>
      <pc:sldChg chg="modSp add mod">
        <pc:chgData name="Tucker, Sarah" userId="2d8f1770-afc8-4a1e-b959-2be052d81780" providerId="ADAL" clId="{527D041E-DC32-4974-BE0B-E7777DAF94AB}" dt="2026-05-14T19:11:17.082" v="3450" actId="20577"/>
        <pc:sldMkLst>
          <pc:docMk/>
          <pc:sldMk cId="2622327808" sldId="278"/>
        </pc:sldMkLst>
        <pc:spChg chg="mod">
          <ac:chgData name="Tucker, Sarah" userId="2d8f1770-afc8-4a1e-b959-2be052d81780" providerId="ADAL" clId="{527D041E-DC32-4974-BE0B-E7777DAF94AB}" dt="2026-05-14T19:11:17.082" v="3450" actId="20577"/>
          <ac:spMkLst>
            <pc:docMk/>
            <pc:sldMk cId="2622327808" sldId="278"/>
            <ac:spMk id="2" creationId="{C02B921A-AB1E-570C-54EE-B5E568F37C0F}"/>
          </ac:spMkLst>
        </pc:spChg>
      </pc:sldChg>
      <pc:sldChg chg="addSp delSp modSp new mod">
        <pc:chgData name="Tucker, Sarah" userId="2d8f1770-afc8-4a1e-b959-2be052d81780" providerId="ADAL" clId="{527D041E-DC32-4974-BE0B-E7777DAF94AB}" dt="2026-05-14T20:57:11.004" v="3894" actId="1076"/>
        <pc:sldMkLst>
          <pc:docMk/>
          <pc:sldMk cId="3047624891" sldId="279"/>
        </pc:sldMkLst>
        <pc:spChg chg="mod">
          <ac:chgData name="Tucker, Sarah" userId="2d8f1770-afc8-4a1e-b959-2be052d81780" providerId="ADAL" clId="{527D041E-DC32-4974-BE0B-E7777DAF94AB}" dt="2026-05-14T20:56:56.920" v="3890" actId="20577"/>
          <ac:spMkLst>
            <pc:docMk/>
            <pc:sldMk cId="3047624891" sldId="279"/>
            <ac:spMk id="2" creationId="{E832B33B-AF43-89FF-7EDD-C340DAA8628C}"/>
          </ac:spMkLst>
        </pc:spChg>
        <pc:spChg chg="del">
          <ac:chgData name="Tucker, Sarah" userId="2d8f1770-afc8-4a1e-b959-2be052d81780" providerId="ADAL" clId="{527D041E-DC32-4974-BE0B-E7777DAF94AB}" dt="2026-05-14T20:56:58.605" v="3891" actId="22"/>
          <ac:spMkLst>
            <pc:docMk/>
            <pc:sldMk cId="3047624891" sldId="279"/>
            <ac:spMk id="3" creationId="{C36C8141-628C-30B4-CB06-3C3D21EEAA25}"/>
          </ac:spMkLst>
        </pc:spChg>
        <pc:picChg chg="add mod ord">
          <ac:chgData name="Tucker, Sarah" userId="2d8f1770-afc8-4a1e-b959-2be052d81780" providerId="ADAL" clId="{527D041E-DC32-4974-BE0B-E7777DAF94AB}" dt="2026-05-14T20:57:11.004" v="3894" actId="1076"/>
          <ac:picMkLst>
            <pc:docMk/>
            <pc:sldMk cId="3047624891" sldId="279"/>
            <ac:picMk id="5" creationId="{B19C9608-B4C1-B2F2-8A76-A7A3631CF48B}"/>
          </ac:picMkLst>
        </pc:picChg>
      </pc:sldChg>
      <pc:sldChg chg="addSp delSp modSp new mod">
        <pc:chgData name="Tucker, Sarah" userId="2d8f1770-afc8-4a1e-b959-2be052d81780" providerId="ADAL" clId="{527D041E-DC32-4974-BE0B-E7777DAF94AB}" dt="2026-05-14T21:18:23.651" v="4581" actId="1076"/>
        <pc:sldMkLst>
          <pc:docMk/>
          <pc:sldMk cId="3685589068" sldId="280"/>
        </pc:sldMkLst>
        <pc:spChg chg="mod">
          <ac:chgData name="Tucker, Sarah" userId="2d8f1770-afc8-4a1e-b959-2be052d81780" providerId="ADAL" clId="{527D041E-DC32-4974-BE0B-E7777DAF94AB}" dt="2026-05-14T20:40:17.465" v="3494" actId="20577"/>
          <ac:spMkLst>
            <pc:docMk/>
            <pc:sldMk cId="3685589068" sldId="280"/>
            <ac:spMk id="2" creationId="{0E01FE1B-84D3-0325-19FA-2B7FDAEDECB9}"/>
          </ac:spMkLst>
        </pc:spChg>
        <pc:spChg chg="mod">
          <ac:chgData name="Tucker, Sarah" userId="2d8f1770-afc8-4a1e-b959-2be052d81780" providerId="ADAL" clId="{527D041E-DC32-4974-BE0B-E7777DAF94AB}" dt="2026-05-14T20:55:14.168" v="3869" actId="20577"/>
          <ac:spMkLst>
            <pc:docMk/>
            <pc:sldMk cId="3685589068" sldId="280"/>
            <ac:spMk id="3" creationId="{EB20E7BF-FE54-8217-C396-C4A5C56256F5}"/>
          </ac:spMkLst>
        </pc:spChg>
        <pc:spChg chg="add del mod">
          <ac:chgData name="Tucker, Sarah" userId="2d8f1770-afc8-4a1e-b959-2be052d81780" providerId="ADAL" clId="{527D041E-DC32-4974-BE0B-E7777DAF94AB}" dt="2026-05-14T21:17:28.142" v="4526"/>
          <ac:spMkLst>
            <pc:docMk/>
            <pc:sldMk cId="3685589068" sldId="280"/>
            <ac:spMk id="6" creationId="{E43E32A0-079C-291B-0984-B76E9E40C29B}"/>
          </ac:spMkLst>
        </pc:spChg>
        <pc:spChg chg="add del mod">
          <ac:chgData name="Tucker, Sarah" userId="2d8f1770-afc8-4a1e-b959-2be052d81780" providerId="ADAL" clId="{527D041E-DC32-4974-BE0B-E7777DAF94AB}" dt="2026-05-14T21:17:28.142" v="4528"/>
          <ac:spMkLst>
            <pc:docMk/>
            <pc:sldMk cId="3685589068" sldId="280"/>
            <ac:spMk id="7" creationId="{0D29D30B-C6F5-3A85-6B92-42B2E37D1A10}"/>
          </ac:spMkLst>
        </pc:spChg>
        <pc:spChg chg="add mod">
          <ac:chgData name="Tucker, Sarah" userId="2d8f1770-afc8-4a1e-b959-2be052d81780" providerId="ADAL" clId="{527D041E-DC32-4974-BE0B-E7777DAF94AB}" dt="2026-05-14T21:18:23.651" v="4581" actId="1076"/>
          <ac:spMkLst>
            <pc:docMk/>
            <pc:sldMk cId="3685589068" sldId="280"/>
            <ac:spMk id="8" creationId="{3DBBE0A7-303A-3C3C-01F6-E5E5D2AAEBBB}"/>
          </ac:spMkLst>
        </pc:spChg>
        <pc:picChg chg="add mod">
          <ac:chgData name="Tucker, Sarah" userId="2d8f1770-afc8-4a1e-b959-2be052d81780" providerId="ADAL" clId="{527D041E-DC32-4974-BE0B-E7777DAF94AB}" dt="2026-05-14T20:53:54.112" v="3866" actId="1076"/>
          <ac:picMkLst>
            <pc:docMk/>
            <pc:sldMk cId="3685589068" sldId="280"/>
            <ac:picMk id="5" creationId="{643594A5-0D51-9E03-DE25-0B439BAC927B}"/>
          </ac:picMkLst>
        </pc:picChg>
      </pc:sldChg>
      <pc:sldChg chg="addSp delSp modSp new mod">
        <pc:chgData name="Tucker, Sarah" userId="2d8f1770-afc8-4a1e-b959-2be052d81780" providerId="ADAL" clId="{527D041E-DC32-4974-BE0B-E7777DAF94AB}" dt="2026-05-14T20:59:39.327" v="3936" actId="1076"/>
        <pc:sldMkLst>
          <pc:docMk/>
          <pc:sldMk cId="2586326583" sldId="281"/>
        </pc:sldMkLst>
        <pc:spChg chg="mod">
          <ac:chgData name="Tucker, Sarah" userId="2d8f1770-afc8-4a1e-b959-2be052d81780" providerId="ADAL" clId="{527D041E-DC32-4974-BE0B-E7777DAF94AB}" dt="2026-05-14T20:59:39.327" v="3936" actId="1076"/>
          <ac:spMkLst>
            <pc:docMk/>
            <pc:sldMk cId="2586326583" sldId="281"/>
            <ac:spMk id="2" creationId="{46368152-CA50-2DAE-4BD8-61B46BF0976D}"/>
          </ac:spMkLst>
        </pc:spChg>
        <pc:spChg chg="del">
          <ac:chgData name="Tucker, Sarah" userId="2d8f1770-afc8-4a1e-b959-2be052d81780" providerId="ADAL" clId="{527D041E-DC32-4974-BE0B-E7777DAF94AB}" dt="2026-05-14T20:58:49.246" v="3896" actId="22"/>
          <ac:spMkLst>
            <pc:docMk/>
            <pc:sldMk cId="2586326583" sldId="281"/>
            <ac:spMk id="3" creationId="{4FFE9684-017D-D7AC-E8D3-C435B55DF1B2}"/>
          </ac:spMkLst>
        </pc:spChg>
        <pc:picChg chg="add mod ord">
          <ac:chgData name="Tucker, Sarah" userId="2d8f1770-afc8-4a1e-b959-2be052d81780" providerId="ADAL" clId="{527D041E-DC32-4974-BE0B-E7777DAF94AB}" dt="2026-05-14T20:59:31.973" v="3935" actId="1076"/>
          <ac:picMkLst>
            <pc:docMk/>
            <pc:sldMk cId="2586326583" sldId="281"/>
            <ac:picMk id="5" creationId="{18AAFA12-3E51-DC7F-F333-7B4077B0E1C5}"/>
          </ac:picMkLst>
        </pc:picChg>
      </pc:sldChg>
      <pc:sldChg chg="addSp delSp modSp add mod modNotesTx">
        <pc:chgData name="Tucker, Sarah" userId="2d8f1770-afc8-4a1e-b959-2be052d81780" providerId="ADAL" clId="{527D041E-DC32-4974-BE0B-E7777DAF94AB}" dt="2026-05-14T21:20:38.985" v="4631" actId="1076"/>
        <pc:sldMkLst>
          <pc:docMk/>
          <pc:sldMk cId="1453697165" sldId="282"/>
        </pc:sldMkLst>
        <pc:spChg chg="mod">
          <ac:chgData name="Tucker, Sarah" userId="2d8f1770-afc8-4a1e-b959-2be052d81780" providerId="ADAL" clId="{527D041E-DC32-4974-BE0B-E7777DAF94AB}" dt="2026-05-14T21:20:35.073" v="4630" actId="1076"/>
          <ac:spMkLst>
            <pc:docMk/>
            <pc:sldMk cId="1453697165" sldId="282"/>
            <ac:spMk id="2" creationId="{AF572DD5-0BF0-C4AB-2B28-0E3AB3A11D1B}"/>
          </ac:spMkLst>
        </pc:spChg>
        <pc:spChg chg="mod">
          <ac:chgData name="Tucker, Sarah" userId="2d8f1770-afc8-4a1e-b959-2be052d81780" providerId="ADAL" clId="{527D041E-DC32-4974-BE0B-E7777DAF94AB}" dt="2026-05-14T21:20:38.985" v="4631" actId="1076"/>
          <ac:spMkLst>
            <pc:docMk/>
            <pc:sldMk cId="1453697165" sldId="282"/>
            <ac:spMk id="3" creationId="{24D5A86D-2B73-28F0-A599-2D21D10711DE}"/>
          </ac:spMkLst>
        </pc:spChg>
        <pc:picChg chg="del">
          <ac:chgData name="Tucker, Sarah" userId="2d8f1770-afc8-4a1e-b959-2be052d81780" providerId="ADAL" clId="{527D041E-DC32-4974-BE0B-E7777DAF94AB}" dt="2026-05-14T21:02:54.978" v="3938" actId="478"/>
          <ac:picMkLst>
            <pc:docMk/>
            <pc:sldMk cId="1453697165" sldId="282"/>
            <ac:picMk id="5" creationId="{50FE923C-BAE2-0908-4674-2D8E14793F40}"/>
          </ac:picMkLst>
        </pc:picChg>
        <pc:picChg chg="add mod">
          <ac:chgData name="Tucker, Sarah" userId="2d8f1770-afc8-4a1e-b959-2be052d81780" providerId="ADAL" clId="{527D041E-DC32-4974-BE0B-E7777DAF94AB}" dt="2026-05-14T21:20:27.318" v="4627" actId="1076"/>
          <ac:picMkLst>
            <pc:docMk/>
            <pc:sldMk cId="1453697165" sldId="282"/>
            <ac:picMk id="6" creationId="{8EB0BA00-ECED-B14B-1EB8-CEBFCF7284EA}"/>
          </ac:picMkLst>
        </pc:picChg>
      </pc:sldChg>
      <pc:sldChg chg="modSp new mod">
        <pc:chgData name="Tucker, Sarah" userId="2d8f1770-afc8-4a1e-b959-2be052d81780" providerId="ADAL" clId="{527D041E-DC32-4974-BE0B-E7777DAF94AB}" dt="2026-05-15T01:38:21.192" v="13175" actId="20577"/>
        <pc:sldMkLst>
          <pc:docMk/>
          <pc:sldMk cId="1256563756" sldId="283"/>
        </pc:sldMkLst>
        <pc:spChg chg="mod">
          <ac:chgData name="Tucker, Sarah" userId="2d8f1770-afc8-4a1e-b959-2be052d81780" providerId="ADAL" clId="{527D041E-DC32-4974-BE0B-E7777DAF94AB}" dt="2026-05-15T01:37:20.542" v="13050" actId="5793"/>
          <ac:spMkLst>
            <pc:docMk/>
            <pc:sldMk cId="1256563756" sldId="283"/>
            <ac:spMk id="2" creationId="{DD152ADD-F210-4E90-EAB1-6E0393314AF5}"/>
          </ac:spMkLst>
        </pc:spChg>
        <pc:spChg chg="mod">
          <ac:chgData name="Tucker, Sarah" userId="2d8f1770-afc8-4a1e-b959-2be052d81780" providerId="ADAL" clId="{527D041E-DC32-4974-BE0B-E7777DAF94AB}" dt="2026-05-15T01:38:21.192" v="13175" actId="20577"/>
          <ac:spMkLst>
            <pc:docMk/>
            <pc:sldMk cId="1256563756" sldId="283"/>
            <ac:spMk id="3" creationId="{8D350C60-C878-FB36-A1F2-2B2DB2A71D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F57568-2C25-44FC-9461-724FD605D9F5}" type="datetimeFigureOut">
              <a:rPr lang="en-US" smtClean="0"/>
              <a:t>5/14/2026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93C2EE-1AF4-4725-A8D0-28DBBBDB9981}" type="slidenum">
              <a:rPr lang="en-US" smtClean="0"/>
              <a:t>‹#›</a:t>
            </a:fld>
            <a:endParaRPr lang="en-US"/>
          </a:p>
        </p:txBody>
      </p:sp>
    </p:spTree>
    <p:extLst>
      <p:ext uri="{BB962C8B-B14F-4D97-AF65-F5344CB8AC3E}">
        <p14:creationId xmlns:p14="http://schemas.microsoft.com/office/powerpoint/2010/main" val="2938308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context of Presentation </a:t>
            </a:r>
          </a:p>
          <a:p>
            <a:endParaRPr lang="en-US" dirty="0"/>
          </a:p>
          <a:p>
            <a:r>
              <a:rPr lang="en-US" dirty="0"/>
              <a:t>Hello Everyone, my name is Sarah Tucker I’m a recent Masters graduate from the University of Connecticut. The presentation I am showing you today is based on a side project that a member of my research group and I did last fall on autonomous systems algorithms, we specifically looked at how Bayesian Optimization can be leveraged for guiding autonomous and high-throughput experiments in materials science. </a:t>
            </a:r>
          </a:p>
        </p:txBody>
      </p:sp>
      <p:sp>
        <p:nvSpPr>
          <p:cNvPr id="4" name="Slide Number Placeholder 3"/>
          <p:cNvSpPr>
            <a:spLocks noGrp="1"/>
          </p:cNvSpPr>
          <p:nvPr>
            <p:ph type="sldNum" sz="quarter" idx="5"/>
          </p:nvPr>
        </p:nvSpPr>
        <p:spPr/>
        <p:txBody>
          <a:bodyPr/>
          <a:lstStyle/>
          <a:p>
            <a:fld id="{3F93C2EE-1AF4-4725-A8D0-28DBBBDB9981}" type="slidenum">
              <a:rPr lang="en-US" smtClean="0"/>
              <a:t>1</a:t>
            </a:fld>
            <a:endParaRPr lang="en-US"/>
          </a:p>
        </p:txBody>
      </p:sp>
    </p:spTree>
    <p:extLst>
      <p:ext uri="{BB962C8B-B14F-4D97-AF65-F5344CB8AC3E}">
        <p14:creationId xmlns:p14="http://schemas.microsoft.com/office/powerpoint/2010/main" val="3813340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before we get into what Bayesian optimization is a good starting point is answering the question Why Bayesian Optimization?, what makes it an appealing tool for scientists? Well as you are probably familiar with testing experimental hypothesis is often time consuming and expensive, so going through a trial-and-error phase of development is not always feasible. That is where Bayesian Optimization can be implemented, BO is a machine learning algorithm that can learn to intelligently pick the next best test or experiment.  A good example of this is Battery design, there are hundreds if not thousands of material mixture combinations when it comes to developing a potentially good battery, but to manually test all combinations would be arduous. But by applying a BO algorithm you can shorten the lists of potential candidates to manually test, automatically weeding out the “bad” or underperforming mixtures. </a:t>
            </a:r>
          </a:p>
          <a:p>
            <a:endParaRPr lang="en-US" dirty="0"/>
          </a:p>
          <a:p>
            <a:r>
              <a:rPr lang="en-US" dirty="0"/>
              <a:t>Bring in the project introduction </a:t>
            </a:r>
            <a:r>
              <a:rPr lang="en-US" dirty="0">
                <a:sym typeface="Wingdings" panose="05000000000000000000" pitchFamily="2" charset="2"/>
              </a:rPr>
              <a:t> the problem </a:t>
            </a:r>
          </a:p>
          <a:p>
            <a:r>
              <a:rPr lang="en-US" dirty="0">
                <a:sym typeface="Wingdings" panose="05000000000000000000" pitchFamily="2" charset="2"/>
              </a:rPr>
              <a:t>Material science people like battery but how find that when you have BO </a:t>
            </a:r>
            <a:endParaRPr lang="en-US" dirty="0"/>
          </a:p>
        </p:txBody>
      </p:sp>
      <p:sp>
        <p:nvSpPr>
          <p:cNvPr id="4" name="Slide Number Placeholder 3"/>
          <p:cNvSpPr>
            <a:spLocks noGrp="1"/>
          </p:cNvSpPr>
          <p:nvPr>
            <p:ph type="sldNum" sz="quarter" idx="5"/>
          </p:nvPr>
        </p:nvSpPr>
        <p:spPr/>
        <p:txBody>
          <a:bodyPr/>
          <a:lstStyle/>
          <a:p>
            <a:fld id="{3F93C2EE-1AF4-4725-A8D0-28DBBBDB9981}" type="slidenum">
              <a:rPr lang="en-US" smtClean="0"/>
              <a:t>2</a:t>
            </a:fld>
            <a:endParaRPr lang="en-US"/>
          </a:p>
        </p:txBody>
      </p:sp>
    </p:spTree>
    <p:extLst>
      <p:ext uri="{BB962C8B-B14F-4D97-AF65-F5344CB8AC3E}">
        <p14:creationId xmlns:p14="http://schemas.microsoft.com/office/powerpoint/2010/main" val="80562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quick I’ll go over a high-level overview of the BO algorithm before getting into our specific dataset and implementation. BO is an iterative algorithm that combines statistical modeling and decision-making strategies to optimize complex, costly functions. In general, the process goes something like this (point to flow chart) You start with a labeled dataset which is randomly samples by the BO algorithm which are made the initial points. (Selecting random point ensures you have a diverse and comprehensive coverage of the input data) The you build what is called a Surrogate model, aka the predictive model, this is usually a pre-built package that you can implement in your code in this case we used a Gaussian Process. The next sampling point is then chosen through the acquisition function, this portion sequence tries to pick points that are both unexplored or unseen and the most promising, think in the case of batteries the most conductive. The algorithm then tests this new point and determines if it should be kept or not, if it determined to be a good point then it is added to the observed data pool. These steps then iterate and with each iterate the model becomes increasingly more accurate, and the process continues until a predefined stopping criteria is met (Reaching the max number of function evals or achieving a threshold where improvements become minimal). </a:t>
            </a:r>
          </a:p>
          <a:p>
            <a:endParaRPr lang="en-US" dirty="0"/>
          </a:p>
          <a:p>
            <a:r>
              <a:rPr lang="en-US" dirty="0"/>
              <a:t>Tie back to physical thing </a:t>
            </a:r>
            <a:r>
              <a:rPr lang="en-US" dirty="0" err="1"/>
              <a:t>i.e</a:t>
            </a:r>
            <a:r>
              <a:rPr lang="en-US" dirty="0"/>
              <a:t> batteries </a:t>
            </a:r>
          </a:p>
        </p:txBody>
      </p:sp>
      <p:sp>
        <p:nvSpPr>
          <p:cNvPr id="4" name="Slide Number Placeholder 3"/>
          <p:cNvSpPr>
            <a:spLocks noGrp="1"/>
          </p:cNvSpPr>
          <p:nvPr>
            <p:ph type="sldNum" sz="quarter" idx="5"/>
          </p:nvPr>
        </p:nvSpPr>
        <p:spPr/>
        <p:txBody>
          <a:bodyPr/>
          <a:lstStyle/>
          <a:p>
            <a:fld id="{3F93C2EE-1AF4-4725-A8D0-28DBBBDB9981}" type="slidenum">
              <a:rPr lang="en-US" smtClean="0"/>
              <a:t>3</a:t>
            </a:fld>
            <a:endParaRPr lang="en-US"/>
          </a:p>
        </p:txBody>
      </p:sp>
    </p:spTree>
    <p:extLst>
      <p:ext uri="{BB962C8B-B14F-4D97-AF65-F5344CB8AC3E}">
        <p14:creationId xmlns:p14="http://schemas.microsoft.com/office/powerpoint/2010/main" val="4125908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now that I’ve gone over some context for the project lets get into what we did. So the dataset we worked with is list of varying composite polymer blends and carbon nanotubes material measurements, with the goal of choosing the best measurements for maximizing conductivity.</a:t>
            </a:r>
          </a:p>
          <a:p>
            <a:endParaRPr lang="en-US" dirty="0"/>
          </a:p>
          <a:p>
            <a:endParaRPr lang="en-US" dirty="0"/>
          </a:p>
          <a:p>
            <a:r>
              <a:rPr lang="en-US" dirty="0"/>
              <a:t>More time and explain images (maybe combine)  </a:t>
            </a:r>
          </a:p>
        </p:txBody>
      </p:sp>
      <p:sp>
        <p:nvSpPr>
          <p:cNvPr id="4" name="Slide Number Placeholder 3"/>
          <p:cNvSpPr>
            <a:spLocks noGrp="1"/>
          </p:cNvSpPr>
          <p:nvPr>
            <p:ph type="sldNum" sz="quarter" idx="5"/>
          </p:nvPr>
        </p:nvSpPr>
        <p:spPr/>
        <p:txBody>
          <a:bodyPr/>
          <a:lstStyle/>
          <a:p>
            <a:fld id="{3F93C2EE-1AF4-4725-A8D0-28DBBBDB9981}" type="slidenum">
              <a:rPr lang="en-US" smtClean="0"/>
              <a:t>4</a:t>
            </a:fld>
            <a:endParaRPr lang="en-US"/>
          </a:p>
        </p:txBody>
      </p:sp>
    </p:spTree>
    <p:extLst>
      <p:ext uri="{BB962C8B-B14F-4D97-AF65-F5344CB8AC3E}">
        <p14:creationId xmlns:p14="http://schemas.microsoft.com/office/powerpoint/2010/main" val="545369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analyzing the dataset my partner and I noticed a strong correlation between the D1 composition measurement and electrical conductivity, so we were able to test the rigorously test the model by using the D1 input as a baseline. That is to say, if our model does well predicting the best points on the D1 data then it would be safe to say the it would do well on the other compositions.</a:t>
            </a:r>
          </a:p>
        </p:txBody>
      </p:sp>
      <p:sp>
        <p:nvSpPr>
          <p:cNvPr id="4" name="Slide Number Placeholder 3"/>
          <p:cNvSpPr>
            <a:spLocks noGrp="1"/>
          </p:cNvSpPr>
          <p:nvPr>
            <p:ph type="sldNum" sz="quarter" idx="5"/>
          </p:nvPr>
        </p:nvSpPr>
        <p:spPr/>
        <p:txBody>
          <a:bodyPr/>
          <a:lstStyle/>
          <a:p>
            <a:fld id="{3F93C2EE-1AF4-4725-A8D0-28DBBBDB9981}" type="slidenum">
              <a:rPr lang="en-US" smtClean="0"/>
              <a:t>5</a:t>
            </a:fld>
            <a:endParaRPr lang="en-US"/>
          </a:p>
        </p:txBody>
      </p:sp>
    </p:spTree>
    <p:extLst>
      <p:ext uri="{BB962C8B-B14F-4D97-AF65-F5344CB8AC3E}">
        <p14:creationId xmlns:p14="http://schemas.microsoft.com/office/powerpoint/2010/main" val="17209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we built is an optimization pipeline that repeatedly evaluates the model, selects the next candidate measurement, updates the training data, and compared performance against random sampling. The visual I have here is a good representation of the process our code goes through, basically we’re trying to get the model to predict the black line and after every iteration of training it gets closer and closer to the true function. </a:t>
            </a:r>
          </a:p>
          <a:p>
            <a:endParaRPr lang="en-US" dirty="0"/>
          </a:p>
          <a:p>
            <a:r>
              <a:rPr lang="en-US" dirty="0"/>
              <a:t>(explain black line better) any model you want you like </a:t>
            </a:r>
          </a:p>
        </p:txBody>
      </p:sp>
      <p:sp>
        <p:nvSpPr>
          <p:cNvPr id="4" name="Slide Number Placeholder 3"/>
          <p:cNvSpPr>
            <a:spLocks noGrp="1"/>
          </p:cNvSpPr>
          <p:nvPr>
            <p:ph type="sldNum" sz="quarter" idx="5"/>
          </p:nvPr>
        </p:nvSpPr>
        <p:spPr/>
        <p:txBody>
          <a:bodyPr/>
          <a:lstStyle/>
          <a:p>
            <a:fld id="{3F93C2EE-1AF4-4725-A8D0-28DBBBDB9981}" type="slidenum">
              <a:rPr lang="en-US" smtClean="0"/>
              <a:t>6</a:t>
            </a:fld>
            <a:endParaRPr lang="en-US"/>
          </a:p>
        </p:txBody>
      </p:sp>
    </p:spTree>
    <p:extLst>
      <p:ext uri="{BB962C8B-B14F-4D97-AF65-F5344CB8AC3E}">
        <p14:creationId xmlns:p14="http://schemas.microsoft.com/office/powerpoint/2010/main" val="1574410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were to be expected, the BO model was able to find the most conductive measurements much faster than random sampling and it could learn what regions of the data were most relevant and ignored measurements that were underperforming. </a:t>
            </a:r>
          </a:p>
        </p:txBody>
      </p:sp>
      <p:sp>
        <p:nvSpPr>
          <p:cNvPr id="4" name="Slide Number Placeholder 3"/>
          <p:cNvSpPr>
            <a:spLocks noGrp="1"/>
          </p:cNvSpPr>
          <p:nvPr>
            <p:ph type="sldNum" sz="quarter" idx="5"/>
          </p:nvPr>
        </p:nvSpPr>
        <p:spPr/>
        <p:txBody>
          <a:bodyPr/>
          <a:lstStyle/>
          <a:p>
            <a:fld id="{3F93C2EE-1AF4-4725-A8D0-28DBBBDB9981}" type="slidenum">
              <a:rPr lang="en-US" smtClean="0"/>
              <a:t>7</a:t>
            </a:fld>
            <a:endParaRPr lang="en-US"/>
          </a:p>
        </p:txBody>
      </p:sp>
    </p:spTree>
    <p:extLst>
      <p:ext uri="{BB962C8B-B14F-4D97-AF65-F5344CB8AC3E}">
        <p14:creationId xmlns:p14="http://schemas.microsoft.com/office/powerpoint/2010/main" val="3431497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in my role in the project </a:t>
            </a:r>
          </a:p>
          <a:p>
            <a:r>
              <a:rPr lang="en-US" dirty="0"/>
              <a:t>Skills I learned I bring to them </a:t>
            </a:r>
          </a:p>
          <a:p>
            <a:r>
              <a:rPr lang="en-US" dirty="0"/>
              <a:t>Fiber optics test tie In </a:t>
            </a:r>
          </a:p>
          <a:p>
            <a:endParaRPr lang="en-US" dirty="0"/>
          </a:p>
          <a:p>
            <a:r>
              <a:rPr lang="en-US" dirty="0"/>
              <a:t>Save time save </a:t>
            </a:r>
            <a:r>
              <a:rPr lang="en-US"/>
              <a:t>money emphasis </a:t>
            </a:r>
            <a:endParaRPr lang="en-US" dirty="0"/>
          </a:p>
        </p:txBody>
      </p:sp>
      <p:sp>
        <p:nvSpPr>
          <p:cNvPr id="4" name="Slide Number Placeholder 3"/>
          <p:cNvSpPr>
            <a:spLocks noGrp="1"/>
          </p:cNvSpPr>
          <p:nvPr>
            <p:ph type="sldNum" sz="quarter" idx="5"/>
          </p:nvPr>
        </p:nvSpPr>
        <p:spPr/>
        <p:txBody>
          <a:bodyPr/>
          <a:lstStyle/>
          <a:p>
            <a:fld id="{3F93C2EE-1AF4-4725-A8D0-28DBBBDB9981}" type="slidenum">
              <a:rPr lang="en-US" smtClean="0"/>
              <a:t>8</a:t>
            </a:fld>
            <a:endParaRPr lang="en-US"/>
          </a:p>
        </p:txBody>
      </p:sp>
    </p:spTree>
    <p:extLst>
      <p:ext uri="{BB962C8B-B14F-4D97-AF65-F5344CB8AC3E}">
        <p14:creationId xmlns:p14="http://schemas.microsoft.com/office/powerpoint/2010/main" val="890938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EI calculates the expected value of the difference between a potential new observation and the current best, ignoring any points where the observation is worse</a:t>
            </a:r>
          </a:p>
          <a:p>
            <a:pPr marL="171450" indent="-171450">
              <a:buFont typeface="Arial" panose="020B0604020202020204" pitchFamily="34" charset="0"/>
              <a:buChar char="•"/>
            </a:pPr>
            <a:r>
              <a:rPr lang="en-US" dirty="0"/>
              <a:t>LCB is looking for a global minima, it searches for points where the results is </a:t>
            </a:r>
            <a:r>
              <a:rPr lang="en-US" dirty="0" err="1"/>
              <a:t>likelky</a:t>
            </a:r>
            <a:r>
              <a:rPr lang="en-US" dirty="0"/>
              <a:t> to be very low by evaluating two factors: 1. it looks for points with a low predicted mean and 2. it looks for points with high uncertainty. The lower the LCB the more the model is encouraged to sample unexplored regions to reduce its ignorance. </a:t>
            </a:r>
          </a:p>
        </p:txBody>
      </p:sp>
      <p:sp>
        <p:nvSpPr>
          <p:cNvPr id="4" name="Slide Number Placeholder 3"/>
          <p:cNvSpPr>
            <a:spLocks noGrp="1"/>
          </p:cNvSpPr>
          <p:nvPr>
            <p:ph type="sldNum" sz="quarter" idx="5"/>
          </p:nvPr>
        </p:nvSpPr>
        <p:spPr/>
        <p:txBody>
          <a:bodyPr/>
          <a:lstStyle/>
          <a:p>
            <a:fld id="{3F93C2EE-1AF4-4725-A8D0-28DBBBDB9981}" type="slidenum">
              <a:rPr lang="en-US" smtClean="0"/>
              <a:t>12</a:t>
            </a:fld>
            <a:endParaRPr lang="en-US"/>
          </a:p>
        </p:txBody>
      </p:sp>
    </p:spTree>
    <p:extLst>
      <p:ext uri="{BB962C8B-B14F-4D97-AF65-F5344CB8AC3E}">
        <p14:creationId xmlns:p14="http://schemas.microsoft.com/office/powerpoint/2010/main" val="3336133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PCA – principle component analysis, --  squishes it down into more important dimensions P3HT content and D1</a:t>
            </a:r>
          </a:p>
          <a:p>
            <a:endParaRPr lang="en-US" dirty="0"/>
          </a:p>
        </p:txBody>
      </p:sp>
      <p:sp>
        <p:nvSpPr>
          <p:cNvPr id="4" name="Slide Number Placeholder 3"/>
          <p:cNvSpPr>
            <a:spLocks noGrp="1"/>
          </p:cNvSpPr>
          <p:nvPr>
            <p:ph type="sldNum" sz="quarter" idx="5"/>
          </p:nvPr>
        </p:nvSpPr>
        <p:spPr/>
        <p:txBody>
          <a:bodyPr/>
          <a:lstStyle/>
          <a:p>
            <a:fld id="{3F93C2EE-1AF4-4725-A8D0-28DBBBDB9981}" type="slidenum">
              <a:rPr lang="en-US" smtClean="0"/>
              <a:t>14</a:t>
            </a:fld>
            <a:endParaRPr lang="en-US"/>
          </a:p>
        </p:txBody>
      </p:sp>
    </p:spTree>
    <p:extLst>
      <p:ext uri="{BB962C8B-B14F-4D97-AF65-F5344CB8AC3E}">
        <p14:creationId xmlns:p14="http://schemas.microsoft.com/office/powerpoint/2010/main" val="2680510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0"/>
                <a:r>
                  <a:rPr lang="en-US" dirty="0"/>
                  <a:t>In regression, GPs predict continuous outcomes. Given training data (</a:t>
                </a:r>
                <a:r>
                  <a:rPr lang="en-US" dirty="0" err="1"/>
                  <a:t>X,y</a:t>
                </a:r>
                <a:r>
                  <a:rPr lang="en-US" dirty="0"/>
                  <a:t>), the GP provides a predictive distribution for new inputs X∗:</a:t>
                </a:r>
              </a:p>
              <a:p>
                <a:pPr rtl="0"/>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𝑝</m:t>
                      </m:r>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0" kern="1200">
                                  <a:solidFill>
                                    <a:schemeClr val="tx1"/>
                                  </a:solidFill>
                                  <a:latin typeface="Cambria Math" panose="02040503050406030204" pitchFamily="18" charset="0"/>
                                  <a:ea typeface="+mn-ea"/>
                                  <a:cs typeface="+mn-cs"/>
                                </a:rPr>
                                <m:t>∗</m:t>
                              </m:r>
                            </m:sub>
                          </m:sSub>
                        </m:e>
                        <m:e>
                          <m:r>
                            <a:rPr lang="ar-AE" sz="1200" i="0" kern="1200">
                              <a:solidFill>
                                <a:schemeClr val="tx1"/>
                              </a:solidFill>
                              <a:latin typeface="Cambria Math" panose="02040503050406030204" pitchFamily="18" charset="0"/>
                              <a:ea typeface="+mn-ea"/>
                              <a:cs typeface="+mn-cs"/>
                            </a:rPr>
                            <m:t>∣</m:t>
                          </m:r>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𝑋</m:t>
                              </m:r>
                            </m:e>
                            <m:sub>
                              <m:r>
                                <a:rPr lang="ar-AE" sz="1200" i="0" kern="1200">
                                  <a:solidFill>
                                    <a:schemeClr val="tx1"/>
                                  </a:solidFill>
                                  <a:latin typeface="Cambria Math" panose="02040503050406030204" pitchFamily="18" charset="0"/>
                                  <a:ea typeface="+mn-ea"/>
                                  <a:cs typeface="+mn-cs"/>
                                </a:rPr>
                                <m:t>∗</m:t>
                              </m:r>
                            </m:sub>
                          </m:sSub>
                          <m:r>
                            <a:rPr lang="ar-AE" sz="1200" i="1" kern="1200">
                              <a:solidFill>
                                <a:schemeClr val="tx1"/>
                              </a:solidFill>
                              <a:latin typeface="Cambria Math" panose="02040503050406030204" pitchFamily="18" charset="0"/>
                              <a:ea typeface="+mn-ea"/>
                              <a:cs typeface="+mn-cs"/>
                            </a:rPr>
                            <m:t>𝑋𝑦</m:t>
                          </m:r>
                        </m:e>
                      </m:d>
                    </m:oMath>
                  </m:oMathPara>
                </a14:m>
                <a:endParaRPr lang="en-US" sz="1200" kern="1200" dirty="0">
                  <a:solidFill>
                    <a:schemeClr val="tx1"/>
                  </a:solidFill>
                  <a:ea typeface="+mn-ea"/>
                  <a:cs typeface="+mn-cs"/>
                </a:endParaRPr>
              </a:p>
              <a:p>
                <a:pPr rtl="0"/>
                <a:r>
                  <a:rPr lang="en-US" dirty="0">
                    <a:effectLst/>
                  </a:rPr>
                  <a:t>GPs are especially good for problems with patterns, i.e. weather, the stock market, </a:t>
                </a:r>
                <a:endParaRPr lang="ar-AE" dirty="0">
                  <a:effectLst/>
                </a:endParaRPr>
              </a:p>
              <a:p>
                <a:endParaRPr lang="en-US" dirty="0"/>
              </a:p>
            </p:txBody>
          </p:sp>
        </mc:Choice>
        <mc:Fallback xmlns="">
          <p:sp>
            <p:nvSpPr>
              <p:cNvPr id="3" name="Notes Placeholder 2"/>
              <p:cNvSpPr>
                <a:spLocks noGrp="1"/>
              </p:cNvSpPr>
              <p:nvPr>
                <p:ph type="body" idx="1"/>
              </p:nvPr>
            </p:nvSpPr>
            <p:spPr/>
            <p:txBody>
              <a:bodyPr/>
              <a:lstStyle/>
              <a:p>
                <a:pPr rtl="0"/>
                <a:r>
                  <a:rPr lang="en-US" dirty="0"/>
                  <a:t>In regression, GPs predict continuous outcomes. Given training data (</a:t>
                </a:r>
                <a:r>
                  <a:rPr lang="en-US" dirty="0" err="1"/>
                  <a:t>X,y</a:t>
                </a:r>
                <a:r>
                  <a:rPr lang="en-US" dirty="0"/>
                  <a:t>), the GP provides a predictive distribution for new inputs X∗:</a:t>
                </a:r>
              </a:p>
              <a:p>
                <a:pPr rtl="0"/>
                <a:r>
                  <a:rPr lang="en-US" sz="1200" i="0" kern="1200">
                    <a:solidFill>
                      <a:schemeClr val="tx1"/>
                    </a:solidFill>
                    <a:latin typeface="Cambria Math" panose="02040503050406030204" pitchFamily="18" charset="0"/>
                    <a:ea typeface="+mn-ea"/>
                    <a:cs typeface="+mn-cs"/>
                  </a:rPr>
                  <a:t>𝑝</a:t>
                </a:r>
                <a:r>
                  <a:rPr lang="ar-AE" sz="1200" i="0" kern="1200">
                    <a:solidFill>
                      <a:schemeClr val="tx1"/>
                    </a:solidFill>
                    <a:latin typeface="Cambria Math" panose="02040503050406030204" pitchFamily="18" charset="0"/>
                    <a:ea typeface="+mn-ea"/>
                    <a:cs typeface="+mn-cs"/>
                  </a:rPr>
                  <a:t>(𝑦_∗ⓜ,∣ⓜ,𝑋_∗ 𝑋𝑦)</a:t>
                </a:r>
                <a:endParaRPr lang="en-US" sz="1200" kern="1200" dirty="0">
                  <a:solidFill>
                    <a:schemeClr val="tx1"/>
                  </a:solidFill>
                  <a:ea typeface="+mn-ea"/>
                  <a:cs typeface="+mn-cs"/>
                </a:endParaRPr>
              </a:p>
              <a:p>
                <a:pPr rtl="0"/>
                <a:r>
                  <a:rPr lang="en-US" dirty="0">
                    <a:effectLst/>
                  </a:rPr>
                  <a:t>GPs are especially good for problems with patterns, i.e. weather, the stock market, </a:t>
                </a:r>
                <a:endParaRPr lang="ar-AE" dirty="0">
                  <a:effectLst/>
                </a:endParaRPr>
              </a:p>
              <a:p>
                <a:endParaRPr lang="en-US" dirty="0"/>
              </a:p>
            </p:txBody>
          </p:sp>
        </mc:Fallback>
      </mc:AlternateContent>
      <p:sp>
        <p:nvSpPr>
          <p:cNvPr id="4" name="Slide Number Placeholder 3"/>
          <p:cNvSpPr>
            <a:spLocks noGrp="1"/>
          </p:cNvSpPr>
          <p:nvPr>
            <p:ph type="sldNum" sz="quarter" idx="5"/>
          </p:nvPr>
        </p:nvSpPr>
        <p:spPr/>
        <p:txBody>
          <a:bodyPr/>
          <a:lstStyle/>
          <a:p>
            <a:fld id="{3F93C2EE-1AF4-4725-A8D0-28DBBBDB9981}" type="slidenum">
              <a:rPr lang="en-US" smtClean="0"/>
              <a:t>18</a:t>
            </a:fld>
            <a:endParaRPr lang="en-US"/>
          </a:p>
        </p:txBody>
      </p:sp>
    </p:spTree>
    <p:extLst>
      <p:ext uri="{BB962C8B-B14F-4D97-AF65-F5344CB8AC3E}">
        <p14:creationId xmlns:p14="http://schemas.microsoft.com/office/powerpoint/2010/main" val="2993125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843F0-3D98-837B-B4D9-0159D48AC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3ADC0-C68D-FD5A-E822-3577CD52CDE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A34D11A-1806-0688-F48F-01753B206C79}"/>
                  </a:ext>
                </a:extLst>
              </p:cNvPr>
              <p:cNvSpPr>
                <a:spLocks noGrp="1"/>
              </p:cNvSpPr>
              <p:nvPr>
                <p:ph type="body" idx="1"/>
              </p:nvPr>
            </p:nvSpPr>
            <p:spPr/>
            <p:txBody>
              <a:bodyPr/>
              <a:lstStyle/>
              <a:p>
                <a:pPr rtl="0"/>
                <a:r>
                  <a:rPr lang="en-US" dirty="0"/>
                  <a:t>In regression, GPs predict continuous outcomes. Given training data (</a:t>
                </a:r>
                <a:r>
                  <a:rPr lang="en-US" dirty="0" err="1"/>
                  <a:t>X,y</a:t>
                </a:r>
                <a:r>
                  <a:rPr lang="en-US" dirty="0"/>
                  <a:t>), the GP provides a predictive distribution for new inputs X∗:</a:t>
                </a:r>
              </a:p>
              <a:p>
                <a:pPr rtl="0"/>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𝑝</m:t>
                      </m:r>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0" kern="1200">
                                  <a:solidFill>
                                    <a:schemeClr val="tx1"/>
                                  </a:solidFill>
                                  <a:latin typeface="Cambria Math" panose="02040503050406030204" pitchFamily="18" charset="0"/>
                                  <a:ea typeface="+mn-ea"/>
                                  <a:cs typeface="+mn-cs"/>
                                </a:rPr>
                                <m:t>∗</m:t>
                              </m:r>
                            </m:sub>
                          </m:sSub>
                        </m:e>
                        <m:e>
                          <m:r>
                            <a:rPr lang="ar-AE" sz="1200" i="0" kern="1200">
                              <a:solidFill>
                                <a:schemeClr val="tx1"/>
                              </a:solidFill>
                              <a:latin typeface="Cambria Math" panose="02040503050406030204" pitchFamily="18" charset="0"/>
                              <a:ea typeface="+mn-ea"/>
                              <a:cs typeface="+mn-cs"/>
                            </a:rPr>
                            <m:t>∣</m:t>
                          </m:r>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𝑋</m:t>
                              </m:r>
                            </m:e>
                            <m:sub>
                              <m:r>
                                <a:rPr lang="ar-AE" sz="1200" i="0" kern="1200">
                                  <a:solidFill>
                                    <a:schemeClr val="tx1"/>
                                  </a:solidFill>
                                  <a:latin typeface="Cambria Math" panose="02040503050406030204" pitchFamily="18" charset="0"/>
                                  <a:ea typeface="+mn-ea"/>
                                  <a:cs typeface="+mn-cs"/>
                                </a:rPr>
                                <m:t>∗</m:t>
                              </m:r>
                            </m:sub>
                          </m:sSub>
                          <m:r>
                            <a:rPr lang="ar-AE" sz="1200" i="1" kern="1200">
                              <a:solidFill>
                                <a:schemeClr val="tx1"/>
                              </a:solidFill>
                              <a:latin typeface="Cambria Math" panose="02040503050406030204" pitchFamily="18" charset="0"/>
                              <a:ea typeface="+mn-ea"/>
                              <a:cs typeface="+mn-cs"/>
                            </a:rPr>
                            <m:t>𝑋𝑦</m:t>
                          </m:r>
                        </m:e>
                      </m:d>
                    </m:oMath>
                  </m:oMathPara>
                </a14:m>
                <a:endParaRPr lang="en-US" sz="1200" kern="1200" dirty="0">
                  <a:solidFill>
                    <a:schemeClr val="tx1"/>
                  </a:solidFill>
                  <a:ea typeface="+mn-ea"/>
                  <a:cs typeface="+mn-cs"/>
                </a:endParaRPr>
              </a:p>
              <a:p>
                <a:pPr rtl="0"/>
                <a:r>
                  <a:rPr lang="en-US" dirty="0">
                    <a:effectLst/>
                  </a:rPr>
                  <a:t>GPs are especially good for problems with patterns, i.e. weather, the stock market, </a:t>
                </a:r>
                <a:endParaRPr lang="ar-AE" dirty="0">
                  <a:effectLst/>
                </a:endParaRPr>
              </a:p>
              <a:p>
                <a:endParaRPr lang="en-US" dirty="0"/>
              </a:p>
            </p:txBody>
          </p:sp>
        </mc:Choice>
        <mc:Fallback xmlns="">
          <p:sp>
            <p:nvSpPr>
              <p:cNvPr id="3" name="Notes Placeholder 2">
                <a:extLst>
                  <a:ext uri="{FF2B5EF4-FFF2-40B4-BE49-F238E27FC236}">
                    <a16:creationId xmlns:a16="http://schemas.microsoft.com/office/drawing/2014/main" id="{8A34D11A-1806-0688-F48F-01753B206C79}"/>
                  </a:ext>
                </a:extLst>
              </p:cNvPr>
              <p:cNvSpPr>
                <a:spLocks noGrp="1"/>
              </p:cNvSpPr>
              <p:nvPr>
                <p:ph type="body" idx="1"/>
              </p:nvPr>
            </p:nvSpPr>
            <p:spPr/>
            <p:txBody>
              <a:bodyPr/>
              <a:lstStyle/>
              <a:p>
                <a:pPr rtl="0"/>
                <a:r>
                  <a:rPr lang="en-US" dirty="0"/>
                  <a:t>In regression, GPs predict continuous outcomes. Given training data (</a:t>
                </a:r>
                <a:r>
                  <a:rPr lang="en-US" dirty="0" err="1"/>
                  <a:t>X,y</a:t>
                </a:r>
                <a:r>
                  <a:rPr lang="en-US" dirty="0"/>
                  <a:t>), the GP provides a predictive distribution for new inputs X∗:</a:t>
                </a:r>
              </a:p>
              <a:p>
                <a:pPr rtl="0"/>
                <a:r>
                  <a:rPr lang="en-US" sz="1200" i="0" kern="1200">
                    <a:solidFill>
                      <a:schemeClr val="tx1"/>
                    </a:solidFill>
                    <a:latin typeface="Cambria Math" panose="02040503050406030204" pitchFamily="18" charset="0"/>
                    <a:ea typeface="+mn-ea"/>
                    <a:cs typeface="+mn-cs"/>
                  </a:rPr>
                  <a:t>𝑝</a:t>
                </a:r>
                <a:r>
                  <a:rPr lang="ar-AE" sz="1200" i="0" kern="1200">
                    <a:solidFill>
                      <a:schemeClr val="tx1"/>
                    </a:solidFill>
                    <a:latin typeface="Cambria Math" panose="02040503050406030204" pitchFamily="18" charset="0"/>
                    <a:ea typeface="+mn-ea"/>
                    <a:cs typeface="+mn-cs"/>
                  </a:rPr>
                  <a:t>(𝑦_∗ⓜ,∣ⓜ,𝑋_∗ 𝑋𝑦)</a:t>
                </a:r>
                <a:endParaRPr lang="en-US" sz="1200" kern="1200" dirty="0">
                  <a:solidFill>
                    <a:schemeClr val="tx1"/>
                  </a:solidFill>
                  <a:ea typeface="+mn-ea"/>
                  <a:cs typeface="+mn-cs"/>
                </a:endParaRPr>
              </a:p>
              <a:p>
                <a:pPr rtl="0"/>
                <a:r>
                  <a:rPr lang="en-US" dirty="0">
                    <a:effectLst/>
                  </a:rPr>
                  <a:t>GPs are especially good for problems with patterns, i.e. weather, the stock market, </a:t>
                </a:r>
                <a:endParaRPr lang="ar-AE" dirty="0">
                  <a:effectLst/>
                </a:endParaRPr>
              </a:p>
              <a:p>
                <a:endParaRPr lang="en-US" dirty="0"/>
              </a:p>
            </p:txBody>
          </p:sp>
        </mc:Fallback>
      </mc:AlternateContent>
      <p:sp>
        <p:nvSpPr>
          <p:cNvPr id="4" name="Slide Number Placeholder 3">
            <a:extLst>
              <a:ext uri="{FF2B5EF4-FFF2-40B4-BE49-F238E27FC236}">
                <a16:creationId xmlns:a16="http://schemas.microsoft.com/office/drawing/2014/main" id="{BE3B2FA7-19C9-E053-DC0C-CAEB73B8DFB1}"/>
              </a:ext>
            </a:extLst>
          </p:cNvPr>
          <p:cNvSpPr>
            <a:spLocks noGrp="1"/>
          </p:cNvSpPr>
          <p:nvPr>
            <p:ph type="sldNum" sz="quarter" idx="5"/>
          </p:nvPr>
        </p:nvSpPr>
        <p:spPr/>
        <p:txBody>
          <a:bodyPr/>
          <a:lstStyle/>
          <a:p>
            <a:fld id="{3F93C2EE-1AF4-4725-A8D0-28DBBBDB9981}" type="slidenum">
              <a:rPr lang="en-US" smtClean="0"/>
              <a:t>19</a:t>
            </a:fld>
            <a:endParaRPr lang="en-US"/>
          </a:p>
        </p:txBody>
      </p:sp>
    </p:spTree>
    <p:extLst>
      <p:ext uri="{BB962C8B-B14F-4D97-AF65-F5344CB8AC3E}">
        <p14:creationId xmlns:p14="http://schemas.microsoft.com/office/powerpoint/2010/main" val="2492852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F3A338-38DA-4A02-A0D5-DD51835D7D32}" type="slidenum">
              <a:rPr lang="en-US" smtClean="0"/>
              <a:t>23</a:t>
            </a:fld>
            <a:endParaRPr lang="en-US"/>
          </a:p>
        </p:txBody>
      </p:sp>
    </p:spTree>
    <p:extLst>
      <p:ext uri="{BB962C8B-B14F-4D97-AF65-F5344CB8AC3E}">
        <p14:creationId xmlns:p14="http://schemas.microsoft.com/office/powerpoint/2010/main" val="461268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D0CCB9-7BB9-4F2B-95D6-CD5EB246AF9B}"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3916410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D0CCB9-7BB9-4F2B-95D6-CD5EB246AF9B}"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56221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D0CCB9-7BB9-4F2B-95D6-CD5EB246AF9B}"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1522087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D0CCB9-7BB9-4F2B-95D6-CD5EB246AF9B}"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957777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D0CCB9-7BB9-4F2B-95D6-CD5EB246AF9B}"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1507674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D0CCB9-7BB9-4F2B-95D6-CD5EB246AF9B}"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3774953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D0CCB9-7BB9-4F2B-95D6-CD5EB246AF9B}"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2676197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D0CCB9-7BB9-4F2B-95D6-CD5EB246AF9B}"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2895034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D0CCB9-7BB9-4F2B-95D6-CD5EB246AF9B}"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522664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D0CCB9-7BB9-4F2B-95D6-CD5EB246AF9B}"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2330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D0CCB9-7BB9-4F2B-95D6-CD5EB246AF9B}"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2083A8-4C1D-4B3A-AE68-A7559BB88F10}" type="slidenum">
              <a:rPr lang="en-US" smtClean="0"/>
              <a:t>‹#›</a:t>
            </a:fld>
            <a:endParaRPr lang="en-US"/>
          </a:p>
        </p:txBody>
      </p:sp>
    </p:spTree>
    <p:extLst>
      <p:ext uri="{BB962C8B-B14F-4D97-AF65-F5344CB8AC3E}">
        <p14:creationId xmlns:p14="http://schemas.microsoft.com/office/powerpoint/2010/main" val="109365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D0CCB9-7BB9-4F2B-95D6-CD5EB246AF9B}" type="datetimeFigureOut">
              <a:rPr lang="en-US" smtClean="0"/>
              <a:t>5/14/2026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2083A8-4C1D-4B3A-AE68-A7559BB88F10}" type="slidenum">
              <a:rPr lang="en-US" smtClean="0"/>
              <a:t>‹#›</a:t>
            </a:fld>
            <a:endParaRPr lang="en-US"/>
          </a:p>
        </p:txBody>
      </p:sp>
    </p:spTree>
    <p:extLst>
      <p:ext uri="{BB962C8B-B14F-4D97-AF65-F5344CB8AC3E}">
        <p14:creationId xmlns:p14="http://schemas.microsoft.com/office/powerpoint/2010/main" val="16175473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05A6-7147-5CEB-42CC-9C4224E3C707}"/>
              </a:ext>
            </a:extLst>
          </p:cNvPr>
          <p:cNvSpPr>
            <a:spLocks noGrp="1"/>
          </p:cNvSpPr>
          <p:nvPr>
            <p:ph type="ctrTitle"/>
          </p:nvPr>
        </p:nvSpPr>
        <p:spPr/>
        <p:txBody>
          <a:bodyPr/>
          <a:lstStyle/>
          <a:p>
            <a:r>
              <a:rPr lang="en-US" dirty="0"/>
              <a:t>Bayesian Optimization for Material Science Automation</a:t>
            </a:r>
          </a:p>
        </p:txBody>
      </p:sp>
      <p:sp>
        <p:nvSpPr>
          <p:cNvPr id="3" name="Subtitle 2">
            <a:extLst>
              <a:ext uri="{FF2B5EF4-FFF2-40B4-BE49-F238E27FC236}">
                <a16:creationId xmlns:a16="http://schemas.microsoft.com/office/drawing/2014/main" id="{6D6A6916-0E1C-8715-ADAB-53F2672AEC88}"/>
              </a:ext>
            </a:extLst>
          </p:cNvPr>
          <p:cNvSpPr>
            <a:spLocks noGrp="1"/>
          </p:cNvSpPr>
          <p:nvPr>
            <p:ph type="subTitle" idx="1"/>
          </p:nvPr>
        </p:nvSpPr>
        <p:spPr/>
        <p:txBody>
          <a:bodyPr>
            <a:normAutofit fontScale="85000" lnSpcReduction="10000"/>
          </a:bodyPr>
          <a:lstStyle/>
          <a:p>
            <a:r>
              <a:rPr lang="en-US" dirty="0"/>
              <a:t>A proof-of-concept project for industrial applications of Bayesian Optimization </a:t>
            </a:r>
          </a:p>
          <a:p>
            <a:endParaRPr lang="en-US" dirty="0"/>
          </a:p>
          <a:p>
            <a:r>
              <a:rPr lang="en-US" dirty="0"/>
              <a:t>Sarah Tucker</a:t>
            </a:r>
          </a:p>
          <a:p>
            <a:r>
              <a:rPr lang="en-US" dirty="0"/>
              <a:t>May 15, 2026 </a:t>
            </a:r>
            <a:endParaRPr lang="en-US" baseline="30000" dirty="0"/>
          </a:p>
        </p:txBody>
      </p:sp>
    </p:spTree>
    <p:extLst>
      <p:ext uri="{BB962C8B-B14F-4D97-AF65-F5344CB8AC3E}">
        <p14:creationId xmlns:p14="http://schemas.microsoft.com/office/powerpoint/2010/main" val="317840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E250-F805-3C66-6E82-4D4B5EAD47F9}"/>
              </a:ext>
            </a:extLst>
          </p:cNvPr>
          <p:cNvSpPr>
            <a:spLocks noGrp="1"/>
          </p:cNvSpPr>
          <p:nvPr>
            <p:ph type="title"/>
          </p:nvPr>
        </p:nvSpPr>
        <p:spPr/>
        <p:txBody>
          <a:bodyPr/>
          <a:lstStyle/>
          <a:p>
            <a:r>
              <a:rPr lang="en-US" dirty="0"/>
              <a:t>Why use Bayesian Optimization?</a:t>
            </a:r>
          </a:p>
        </p:txBody>
      </p:sp>
      <p:sp>
        <p:nvSpPr>
          <p:cNvPr id="3" name="Content Placeholder 2">
            <a:extLst>
              <a:ext uri="{FF2B5EF4-FFF2-40B4-BE49-F238E27FC236}">
                <a16:creationId xmlns:a16="http://schemas.microsoft.com/office/drawing/2014/main" id="{C4B12AD9-63B4-5A57-8B71-A2F626E5AE10}"/>
              </a:ext>
            </a:extLst>
          </p:cNvPr>
          <p:cNvSpPr>
            <a:spLocks noGrp="1"/>
          </p:cNvSpPr>
          <p:nvPr>
            <p:ph idx="1"/>
          </p:nvPr>
        </p:nvSpPr>
        <p:spPr>
          <a:xfrm>
            <a:off x="838200" y="1575644"/>
            <a:ext cx="10515600" cy="4852988"/>
          </a:xfrm>
        </p:spPr>
        <p:txBody>
          <a:bodyPr/>
          <a:lstStyle/>
          <a:p>
            <a:r>
              <a:rPr lang="en-US" dirty="0"/>
              <a:t>Many engineering/science problems require extensive experimentation</a:t>
            </a:r>
          </a:p>
          <a:p>
            <a:r>
              <a:rPr lang="en-US" dirty="0"/>
              <a:t>Traditional testing can be slow and resource intensive. </a:t>
            </a:r>
          </a:p>
          <a:p>
            <a:r>
              <a:rPr lang="en-US" dirty="0"/>
              <a:t>The goal with Bayesian Optimization is to intelligently determine the next best test/experiment instead of randomly searching</a:t>
            </a:r>
          </a:p>
          <a:p>
            <a:r>
              <a:rPr lang="en-US" dirty="0"/>
              <a:t>Applications</a:t>
            </a:r>
          </a:p>
          <a:p>
            <a:pPr lvl="1"/>
            <a:r>
              <a:rPr lang="en-US" dirty="0"/>
              <a:t>Material Design (i.e. Batteries) </a:t>
            </a:r>
          </a:p>
          <a:p>
            <a:pPr lvl="1"/>
            <a:r>
              <a:rPr lang="en-US" dirty="0"/>
              <a:t>Drug development </a:t>
            </a:r>
          </a:p>
          <a:p>
            <a:pPr lvl="1"/>
            <a:r>
              <a:rPr lang="en-US" dirty="0"/>
              <a:t>Deep Learning </a:t>
            </a:r>
          </a:p>
          <a:p>
            <a:pPr lvl="1"/>
            <a:r>
              <a:rPr lang="en-US" dirty="0"/>
              <a:t>Autonomous Labs</a:t>
            </a:r>
          </a:p>
          <a:p>
            <a:pPr lvl="1"/>
            <a:endParaRPr lang="en-US" dirty="0"/>
          </a:p>
        </p:txBody>
      </p:sp>
    </p:spTree>
    <p:extLst>
      <p:ext uri="{BB962C8B-B14F-4D97-AF65-F5344CB8AC3E}">
        <p14:creationId xmlns:p14="http://schemas.microsoft.com/office/powerpoint/2010/main" val="1290012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0861-31DE-F6A9-7EA4-C8B52C8E1B5D}"/>
              </a:ext>
            </a:extLst>
          </p:cNvPr>
          <p:cNvSpPr>
            <a:spLocks noGrp="1"/>
          </p:cNvSpPr>
          <p:nvPr>
            <p:ph type="title"/>
          </p:nvPr>
        </p:nvSpPr>
        <p:spPr>
          <a:xfrm>
            <a:off x="838200" y="365125"/>
            <a:ext cx="7249510" cy="1325563"/>
          </a:xfrm>
        </p:spPr>
        <p:txBody>
          <a:bodyPr/>
          <a:lstStyle/>
          <a:p>
            <a:r>
              <a:rPr lang="en-US" dirty="0"/>
              <a:t>What is Bayesian Optimization</a:t>
            </a:r>
          </a:p>
        </p:txBody>
      </p:sp>
      <p:sp>
        <p:nvSpPr>
          <p:cNvPr id="3" name="Content Placeholder 2">
            <a:extLst>
              <a:ext uri="{FF2B5EF4-FFF2-40B4-BE49-F238E27FC236}">
                <a16:creationId xmlns:a16="http://schemas.microsoft.com/office/drawing/2014/main" id="{FBE14797-A0E4-FB81-7883-553E517A1C20}"/>
              </a:ext>
            </a:extLst>
          </p:cNvPr>
          <p:cNvSpPr>
            <a:spLocks noGrp="1"/>
          </p:cNvSpPr>
          <p:nvPr>
            <p:ph idx="1"/>
          </p:nvPr>
        </p:nvSpPr>
        <p:spPr>
          <a:xfrm>
            <a:off x="838200" y="1825625"/>
            <a:ext cx="4200728" cy="4186069"/>
          </a:xfrm>
        </p:spPr>
        <p:txBody>
          <a:bodyPr>
            <a:normAutofit/>
          </a:bodyPr>
          <a:lstStyle/>
          <a:p>
            <a:r>
              <a:rPr lang="en-US" dirty="0"/>
              <a:t>Model learns from previous experiments </a:t>
            </a:r>
          </a:p>
          <a:p>
            <a:r>
              <a:rPr lang="en-US" dirty="0"/>
              <a:t>Balances between </a:t>
            </a:r>
          </a:p>
          <a:p>
            <a:pPr lvl="1"/>
            <a:r>
              <a:rPr lang="en-US" dirty="0"/>
              <a:t>Exploration: trying new regions </a:t>
            </a:r>
          </a:p>
          <a:p>
            <a:pPr lvl="1"/>
            <a:r>
              <a:rPr lang="en-US" dirty="0"/>
              <a:t>Exploitation: focusing on promising regions</a:t>
            </a:r>
          </a:p>
        </p:txBody>
      </p:sp>
      <p:sp>
        <p:nvSpPr>
          <p:cNvPr id="6" name="TextBox 5">
            <a:extLst>
              <a:ext uri="{FF2B5EF4-FFF2-40B4-BE49-F238E27FC236}">
                <a16:creationId xmlns:a16="http://schemas.microsoft.com/office/drawing/2014/main" id="{AC02D9CD-CF94-F02A-2A92-9F09E6BD196C}"/>
              </a:ext>
            </a:extLst>
          </p:cNvPr>
          <p:cNvSpPr txBox="1"/>
          <p:nvPr/>
        </p:nvSpPr>
        <p:spPr>
          <a:xfrm>
            <a:off x="8406184" y="159157"/>
            <a:ext cx="1616943" cy="400110"/>
          </a:xfrm>
          <a:prstGeom prst="rect">
            <a:avLst/>
          </a:prstGeom>
          <a:solidFill>
            <a:schemeClr val="tx1"/>
          </a:solidFill>
        </p:spPr>
        <p:txBody>
          <a:bodyPr wrap="square" rtlCol="0">
            <a:spAutoFit/>
          </a:bodyPr>
          <a:lstStyle/>
          <a:p>
            <a:pPr algn="ctr"/>
            <a:r>
              <a:rPr lang="en-US" sz="2000" dirty="0">
                <a:solidFill>
                  <a:schemeClr val="bg1"/>
                </a:solidFill>
              </a:rPr>
              <a:t>Initial Data </a:t>
            </a:r>
          </a:p>
        </p:txBody>
      </p:sp>
      <p:sp>
        <p:nvSpPr>
          <p:cNvPr id="4" name="Flowchart: Connector 3">
            <a:extLst>
              <a:ext uri="{FF2B5EF4-FFF2-40B4-BE49-F238E27FC236}">
                <a16:creationId xmlns:a16="http://schemas.microsoft.com/office/drawing/2014/main" id="{F8E22E58-21DF-8049-E018-26E98AF61314}"/>
              </a:ext>
            </a:extLst>
          </p:cNvPr>
          <p:cNvSpPr/>
          <p:nvPr/>
        </p:nvSpPr>
        <p:spPr>
          <a:xfrm>
            <a:off x="8456838" y="1337611"/>
            <a:ext cx="1409700" cy="1376138"/>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Flowchart: Connector 4">
            <a:extLst>
              <a:ext uri="{FF2B5EF4-FFF2-40B4-BE49-F238E27FC236}">
                <a16:creationId xmlns:a16="http://schemas.microsoft.com/office/drawing/2014/main" id="{F5942F85-21F8-F61E-ED39-46DC1D3A92D1}"/>
              </a:ext>
            </a:extLst>
          </p:cNvPr>
          <p:cNvSpPr/>
          <p:nvPr/>
        </p:nvSpPr>
        <p:spPr>
          <a:xfrm>
            <a:off x="10464102" y="2903051"/>
            <a:ext cx="1409700" cy="1376138"/>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6F65959-B0EB-8CE7-5510-B829A5B09CAF}"/>
              </a:ext>
            </a:extLst>
          </p:cNvPr>
          <p:cNvSpPr/>
          <p:nvPr/>
        </p:nvSpPr>
        <p:spPr>
          <a:xfrm>
            <a:off x="9759252" y="5007299"/>
            <a:ext cx="1409700" cy="1376138"/>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686AABDB-D87B-25EB-43FF-EFADD9B171A6}"/>
              </a:ext>
            </a:extLst>
          </p:cNvPr>
          <p:cNvSpPr/>
          <p:nvPr/>
        </p:nvSpPr>
        <p:spPr>
          <a:xfrm>
            <a:off x="7319510" y="5032375"/>
            <a:ext cx="1409700" cy="1376138"/>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Flowchart: Connector 17">
            <a:extLst>
              <a:ext uri="{FF2B5EF4-FFF2-40B4-BE49-F238E27FC236}">
                <a16:creationId xmlns:a16="http://schemas.microsoft.com/office/drawing/2014/main" id="{C09C9610-C6AD-4C73-C7F0-98DF7949CB9F}"/>
              </a:ext>
            </a:extLst>
          </p:cNvPr>
          <p:cNvSpPr/>
          <p:nvPr/>
        </p:nvSpPr>
        <p:spPr>
          <a:xfrm>
            <a:off x="6445078" y="2903051"/>
            <a:ext cx="1409700" cy="1376138"/>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55B49ED-F8E0-A896-C436-A7277FC1D7EA}"/>
              </a:ext>
            </a:extLst>
          </p:cNvPr>
          <p:cNvSpPr txBox="1"/>
          <p:nvPr/>
        </p:nvSpPr>
        <p:spPr>
          <a:xfrm>
            <a:off x="8618739" y="1707239"/>
            <a:ext cx="1085898" cy="646331"/>
          </a:xfrm>
          <a:prstGeom prst="rect">
            <a:avLst/>
          </a:prstGeom>
          <a:noFill/>
        </p:spPr>
        <p:txBody>
          <a:bodyPr wrap="square" rtlCol="0">
            <a:spAutoFit/>
          </a:bodyPr>
          <a:lstStyle/>
          <a:p>
            <a:pPr algn="ctr"/>
            <a:r>
              <a:rPr lang="en-US" dirty="0">
                <a:solidFill>
                  <a:schemeClr val="bg1"/>
                </a:solidFill>
              </a:rPr>
              <a:t>Observe Data</a:t>
            </a:r>
          </a:p>
        </p:txBody>
      </p:sp>
      <p:sp>
        <p:nvSpPr>
          <p:cNvPr id="20" name="Arrow: Right 19">
            <a:extLst>
              <a:ext uri="{FF2B5EF4-FFF2-40B4-BE49-F238E27FC236}">
                <a16:creationId xmlns:a16="http://schemas.microsoft.com/office/drawing/2014/main" id="{D5516945-7DA8-E539-246A-1AC427ADACDD}"/>
              </a:ext>
            </a:extLst>
          </p:cNvPr>
          <p:cNvSpPr/>
          <p:nvPr/>
        </p:nvSpPr>
        <p:spPr>
          <a:xfrm rot="6185665">
            <a:off x="10508084" y="4467451"/>
            <a:ext cx="638022" cy="376662"/>
          </a:xfrm>
          <a:prstGeom prst="rightArrow">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1" name="Arrow: Right 20">
            <a:extLst>
              <a:ext uri="{FF2B5EF4-FFF2-40B4-BE49-F238E27FC236}">
                <a16:creationId xmlns:a16="http://schemas.microsoft.com/office/drawing/2014/main" id="{5E337BBA-8637-0EAF-99CF-1EE148694FF9}"/>
              </a:ext>
            </a:extLst>
          </p:cNvPr>
          <p:cNvSpPr/>
          <p:nvPr/>
        </p:nvSpPr>
        <p:spPr>
          <a:xfrm rot="2300542">
            <a:off x="9971402" y="2519197"/>
            <a:ext cx="638022" cy="376662"/>
          </a:xfrm>
          <a:prstGeom prst="rightArrow">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2" name="Arrow: Right 21">
            <a:extLst>
              <a:ext uri="{FF2B5EF4-FFF2-40B4-BE49-F238E27FC236}">
                <a16:creationId xmlns:a16="http://schemas.microsoft.com/office/drawing/2014/main" id="{FC920572-4549-F991-DA46-8AFCFFB5C249}"/>
              </a:ext>
            </a:extLst>
          </p:cNvPr>
          <p:cNvSpPr/>
          <p:nvPr/>
        </p:nvSpPr>
        <p:spPr>
          <a:xfrm rot="19079552">
            <a:off x="7754870" y="2518671"/>
            <a:ext cx="638022" cy="376662"/>
          </a:xfrm>
          <a:prstGeom prst="rightArrow">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3" name="Arrow: Right 22">
            <a:extLst>
              <a:ext uri="{FF2B5EF4-FFF2-40B4-BE49-F238E27FC236}">
                <a16:creationId xmlns:a16="http://schemas.microsoft.com/office/drawing/2014/main" id="{0658B75D-FA3C-E23B-856F-6F7A57F8AE19}"/>
              </a:ext>
            </a:extLst>
          </p:cNvPr>
          <p:cNvSpPr/>
          <p:nvPr/>
        </p:nvSpPr>
        <p:spPr>
          <a:xfrm rot="10800000">
            <a:off x="8895645" y="5685400"/>
            <a:ext cx="638022" cy="376662"/>
          </a:xfrm>
          <a:prstGeom prst="rightArrow">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4" name="Arrow: Right 23">
            <a:extLst>
              <a:ext uri="{FF2B5EF4-FFF2-40B4-BE49-F238E27FC236}">
                <a16:creationId xmlns:a16="http://schemas.microsoft.com/office/drawing/2014/main" id="{465AC705-7327-AD72-2A4B-9AAC94129431}"/>
              </a:ext>
            </a:extLst>
          </p:cNvPr>
          <p:cNvSpPr/>
          <p:nvPr/>
        </p:nvSpPr>
        <p:spPr>
          <a:xfrm rot="14789129">
            <a:off x="7175259" y="4451307"/>
            <a:ext cx="638022" cy="376662"/>
          </a:xfrm>
          <a:prstGeom prst="rightArrow">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5" name="Arrow: Right 24">
            <a:extLst>
              <a:ext uri="{FF2B5EF4-FFF2-40B4-BE49-F238E27FC236}">
                <a16:creationId xmlns:a16="http://schemas.microsoft.com/office/drawing/2014/main" id="{4A3A2538-6E97-EF83-AE44-F43BA4ECD98E}"/>
              </a:ext>
            </a:extLst>
          </p:cNvPr>
          <p:cNvSpPr/>
          <p:nvPr/>
        </p:nvSpPr>
        <p:spPr>
          <a:xfrm rot="5400000">
            <a:off x="8842677" y="760108"/>
            <a:ext cx="638022" cy="376662"/>
          </a:xfrm>
          <a:prstGeom prst="rightArrow">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6" name="TextBox 25">
            <a:extLst>
              <a:ext uri="{FF2B5EF4-FFF2-40B4-BE49-F238E27FC236}">
                <a16:creationId xmlns:a16="http://schemas.microsoft.com/office/drawing/2014/main" id="{F79CDAB8-0E33-9CBE-F8B5-C970A0F2D1C2}"/>
              </a:ext>
            </a:extLst>
          </p:cNvPr>
          <p:cNvSpPr txBox="1"/>
          <p:nvPr/>
        </p:nvSpPr>
        <p:spPr>
          <a:xfrm>
            <a:off x="10520960" y="3135832"/>
            <a:ext cx="1295984" cy="923330"/>
          </a:xfrm>
          <a:prstGeom prst="rect">
            <a:avLst/>
          </a:prstGeom>
          <a:noFill/>
        </p:spPr>
        <p:txBody>
          <a:bodyPr wrap="square" rtlCol="0">
            <a:spAutoFit/>
          </a:bodyPr>
          <a:lstStyle/>
          <a:p>
            <a:pPr algn="ctr"/>
            <a:r>
              <a:rPr lang="en-US" dirty="0">
                <a:solidFill>
                  <a:schemeClr val="bg1"/>
                </a:solidFill>
              </a:rPr>
              <a:t>Train Predictive Model</a:t>
            </a:r>
          </a:p>
        </p:txBody>
      </p:sp>
      <p:sp>
        <p:nvSpPr>
          <p:cNvPr id="27" name="TextBox 26">
            <a:extLst>
              <a:ext uri="{FF2B5EF4-FFF2-40B4-BE49-F238E27FC236}">
                <a16:creationId xmlns:a16="http://schemas.microsoft.com/office/drawing/2014/main" id="{126965D5-6E01-FEFA-CA33-E94C78BD7D64}"/>
              </a:ext>
            </a:extLst>
          </p:cNvPr>
          <p:cNvSpPr txBox="1"/>
          <p:nvPr/>
        </p:nvSpPr>
        <p:spPr>
          <a:xfrm>
            <a:off x="9911448" y="5252402"/>
            <a:ext cx="1085898" cy="923330"/>
          </a:xfrm>
          <a:prstGeom prst="rect">
            <a:avLst/>
          </a:prstGeom>
          <a:noFill/>
        </p:spPr>
        <p:txBody>
          <a:bodyPr wrap="square" rtlCol="0">
            <a:spAutoFit/>
          </a:bodyPr>
          <a:lstStyle/>
          <a:p>
            <a:pPr algn="ctr"/>
            <a:r>
              <a:rPr lang="en-US" dirty="0">
                <a:solidFill>
                  <a:schemeClr val="bg1"/>
                </a:solidFill>
              </a:rPr>
              <a:t>Estimate next best point</a:t>
            </a:r>
          </a:p>
        </p:txBody>
      </p:sp>
      <p:sp>
        <p:nvSpPr>
          <p:cNvPr id="28" name="TextBox 27">
            <a:extLst>
              <a:ext uri="{FF2B5EF4-FFF2-40B4-BE49-F238E27FC236}">
                <a16:creationId xmlns:a16="http://schemas.microsoft.com/office/drawing/2014/main" id="{4D77B7F9-57A6-101A-C29D-1DD56DC5AE32}"/>
              </a:ext>
            </a:extLst>
          </p:cNvPr>
          <p:cNvSpPr txBox="1"/>
          <p:nvPr/>
        </p:nvSpPr>
        <p:spPr>
          <a:xfrm>
            <a:off x="7400841" y="5372202"/>
            <a:ext cx="1269219" cy="646331"/>
          </a:xfrm>
          <a:prstGeom prst="rect">
            <a:avLst/>
          </a:prstGeom>
          <a:noFill/>
        </p:spPr>
        <p:txBody>
          <a:bodyPr wrap="square" rtlCol="0">
            <a:spAutoFit/>
          </a:bodyPr>
          <a:lstStyle/>
          <a:p>
            <a:pPr algn="ctr"/>
            <a:r>
              <a:rPr lang="en-US" dirty="0">
                <a:solidFill>
                  <a:schemeClr val="bg1"/>
                </a:solidFill>
              </a:rPr>
              <a:t>Sample next point</a:t>
            </a:r>
          </a:p>
        </p:txBody>
      </p:sp>
      <p:sp>
        <p:nvSpPr>
          <p:cNvPr id="29" name="TextBox 28">
            <a:extLst>
              <a:ext uri="{FF2B5EF4-FFF2-40B4-BE49-F238E27FC236}">
                <a16:creationId xmlns:a16="http://schemas.microsoft.com/office/drawing/2014/main" id="{5FE65A94-E56E-08F2-D8FF-3D30BE6136EB}"/>
              </a:ext>
            </a:extLst>
          </p:cNvPr>
          <p:cNvSpPr txBox="1"/>
          <p:nvPr/>
        </p:nvSpPr>
        <p:spPr>
          <a:xfrm>
            <a:off x="6606979" y="3263181"/>
            <a:ext cx="1085898" cy="646331"/>
          </a:xfrm>
          <a:prstGeom prst="rect">
            <a:avLst/>
          </a:prstGeom>
          <a:noFill/>
        </p:spPr>
        <p:txBody>
          <a:bodyPr wrap="square" rtlCol="0">
            <a:spAutoFit/>
          </a:bodyPr>
          <a:lstStyle/>
          <a:p>
            <a:pPr algn="ctr"/>
            <a:r>
              <a:rPr lang="en-US" dirty="0">
                <a:solidFill>
                  <a:schemeClr val="bg1"/>
                </a:solidFill>
              </a:rPr>
              <a:t>Update Model </a:t>
            </a:r>
          </a:p>
        </p:txBody>
      </p:sp>
    </p:spTree>
    <p:extLst>
      <p:ext uri="{BB962C8B-B14F-4D97-AF65-F5344CB8AC3E}">
        <p14:creationId xmlns:p14="http://schemas.microsoft.com/office/powerpoint/2010/main" val="1584631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EAFE5-3B42-368A-3C59-3B47F4B7DE15}"/>
              </a:ext>
            </a:extLst>
          </p:cNvPr>
          <p:cNvSpPr>
            <a:spLocks noGrp="1"/>
          </p:cNvSpPr>
          <p:nvPr>
            <p:ph type="title"/>
          </p:nvPr>
        </p:nvSpPr>
        <p:spPr/>
        <p:txBody>
          <a:bodyPr/>
          <a:lstStyle/>
          <a:p>
            <a:r>
              <a:rPr lang="en-US" dirty="0"/>
              <a:t>P3HT Dataset </a:t>
            </a:r>
          </a:p>
        </p:txBody>
      </p:sp>
      <p:sp>
        <p:nvSpPr>
          <p:cNvPr id="3" name="Content Placeholder 2">
            <a:extLst>
              <a:ext uri="{FF2B5EF4-FFF2-40B4-BE49-F238E27FC236}">
                <a16:creationId xmlns:a16="http://schemas.microsoft.com/office/drawing/2014/main" id="{68F3FDB2-9BB2-9452-15DD-1DCC408AFD77}"/>
              </a:ext>
            </a:extLst>
          </p:cNvPr>
          <p:cNvSpPr>
            <a:spLocks noGrp="1"/>
          </p:cNvSpPr>
          <p:nvPr>
            <p:ph idx="1"/>
          </p:nvPr>
        </p:nvSpPr>
        <p:spPr>
          <a:xfrm>
            <a:off x="838200" y="1825625"/>
            <a:ext cx="3742189" cy="4351338"/>
          </a:xfrm>
        </p:spPr>
        <p:txBody>
          <a:bodyPr>
            <a:normAutofit/>
          </a:bodyPr>
          <a:lstStyle/>
          <a:p>
            <a:r>
              <a:rPr lang="en-US" dirty="0"/>
              <a:t>Material science dataset </a:t>
            </a:r>
          </a:p>
          <a:p>
            <a:pPr lvl="1"/>
            <a:r>
              <a:rPr lang="en-US" dirty="0"/>
              <a:t>5 material composition variables (D1, D2, D6, D8, and P3HT) </a:t>
            </a:r>
          </a:p>
          <a:p>
            <a:r>
              <a:rPr lang="en-US" dirty="0"/>
              <a:t>Goal was maximizing electrical conductivity </a:t>
            </a:r>
          </a:p>
          <a:p>
            <a:endParaRPr lang="en-US" dirty="0"/>
          </a:p>
        </p:txBody>
      </p:sp>
      <p:pic>
        <p:nvPicPr>
          <p:cNvPr id="4" name="Content Placeholder 6">
            <a:extLst>
              <a:ext uri="{FF2B5EF4-FFF2-40B4-BE49-F238E27FC236}">
                <a16:creationId xmlns:a16="http://schemas.microsoft.com/office/drawing/2014/main" id="{8C46A48F-468B-F49F-4045-B758FA47953E}"/>
              </a:ext>
            </a:extLst>
          </p:cNvPr>
          <p:cNvPicPr>
            <a:picLocks noChangeAspect="1"/>
          </p:cNvPicPr>
          <p:nvPr/>
        </p:nvPicPr>
        <p:blipFill>
          <a:blip r:embed="rId3"/>
          <a:stretch>
            <a:fillRect/>
          </a:stretch>
        </p:blipFill>
        <p:spPr>
          <a:xfrm>
            <a:off x="4714613" y="1371855"/>
            <a:ext cx="7136954" cy="4351338"/>
          </a:xfrm>
          <a:prstGeom prst="rect">
            <a:avLst/>
          </a:prstGeom>
        </p:spPr>
      </p:pic>
    </p:spTree>
    <p:extLst>
      <p:ext uri="{BB962C8B-B14F-4D97-AF65-F5344CB8AC3E}">
        <p14:creationId xmlns:p14="http://schemas.microsoft.com/office/powerpoint/2010/main" val="2825704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95BB-A42B-BBB2-F299-B1B45E106720}"/>
              </a:ext>
            </a:extLst>
          </p:cNvPr>
          <p:cNvSpPr>
            <a:spLocks noGrp="1"/>
          </p:cNvSpPr>
          <p:nvPr>
            <p:ph type="title"/>
          </p:nvPr>
        </p:nvSpPr>
        <p:spPr/>
        <p:txBody>
          <a:bodyPr/>
          <a:lstStyle/>
          <a:p>
            <a:r>
              <a:rPr lang="en-US" dirty="0"/>
              <a:t>Data &amp; Feature Analysis </a:t>
            </a:r>
          </a:p>
        </p:txBody>
      </p:sp>
      <p:sp>
        <p:nvSpPr>
          <p:cNvPr id="3" name="Content Placeholder 2">
            <a:extLst>
              <a:ext uri="{FF2B5EF4-FFF2-40B4-BE49-F238E27FC236}">
                <a16:creationId xmlns:a16="http://schemas.microsoft.com/office/drawing/2014/main" id="{F13FB4E8-C326-75F9-9E76-05E55EF62157}"/>
              </a:ext>
            </a:extLst>
          </p:cNvPr>
          <p:cNvSpPr>
            <a:spLocks noGrp="1"/>
          </p:cNvSpPr>
          <p:nvPr>
            <p:ph idx="1"/>
          </p:nvPr>
        </p:nvSpPr>
        <p:spPr>
          <a:xfrm>
            <a:off x="838200" y="1825625"/>
            <a:ext cx="4312640" cy="4351338"/>
          </a:xfrm>
        </p:spPr>
        <p:txBody>
          <a:bodyPr>
            <a:normAutofit lnSpcReduction="10000"/>
          </a:bodyPr>
          <a:lstStyle/>
          <a:p>
            <a:r>
              <a:rPr lang="en-US" dirty="0"/>
              <a:t>D1 has strong correlation with conductivity </a:t>
            </a:r>
            <a:r>
              <a:rPr lang="en-US" dirty="0">
                <a:sym typeface="Wingdings" panose="05000000000000000000" pitchFamily="2" charset="2"/>
              </a:rPr>
              <a:t> focus on using this as a base-line (add correlation matrix) </a:t>
            </a:r>
          </a:p>
          <a:p>
            <a:r>
              <a:rPr lang="en-US" dirty="0">
                <a:sym typeface="Wingdings" panose="05000000000000000000" pitchFamily="2" charset="2"/>
              </a:rPr>
              <a:t>Part of BO is determining which input variables actually influence performance </a:t>
            </a:r>
          </a:p>
          <a:p>
            <a:r>
              <a:rPr lang="en-US" dirty="0">
                <a:sym typeface="Wingdings" panose="05000000000000000000" pitchFamily="2" charset="2"/>
              </a:rPr>
              <a:t>The model learned which variables mattered most </a:t>
            </a: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p>
        </p:txBody>
      </p:sp>
      <p:pic>
        <p:nvPicPr>
          <p:cNvPr id="4" name="Picture 3">
            <a:extLst>
              <a:ext uri="{FF2B5EF4-FFF2-40B4-BE49-F238E27FC236}">
                <a16:creationId xmlns:a16="http://schemas.microsoft.com/office/drawing/2014/main" id="{F94EE4FB-5EB6-A875-E763-91F8430AC405}"/>
              </a:ext>
            </a:extLst>
          </p:cNvPr>
          <p:cNvPicPr>
            <a:picLocks noChangeAspect="1"/>
          </p:cNvPicPr>
          <p:nvPr/>
        </p:nvPicPr>
        <p:blipFill>
          <a:blip r:embed="rId3"/>
          <a:stretch>
            <a:fillRect/>
          </a:stretch>
        </p:blipFill>
        <p:spPr>
          <a:xfrm>
            <a:off x="5150840" y="1334487"/>
            <a:ext cx="6904140" cy="5459656"/>
          </a:xfrm>
          <a:prstGeom prst="rect">
            <a:avLst/>
          </a:prstGeom>
        </p:spPr>
      </p:pic>
    </p:spTree>
    <p:extLst>
      <p:ext uri="{BB962C8B-B14F-4D97-AF65-F5344CB8AC3E}">
        <p14:creationId xmlns:p14="http://schemas.microsoft.com/office/powerpoint/2010/main" val="644599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14ECA-D2C7-261E-6DC5-75F52C944C31}"/>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87EFB18B-7A0D-398E-2B4C-34E5EF503EB1}"/>
              </a:ext>
            </a:extLst>
          </p:cNvPr>
          <p:cNvSpPr>
            <a:spLocks noGrp="1"/>
          </p:cNvSpPr>
          <p:nvPr>
            <p:ph idx="1"/>
          </p:nvPr>
        </p:nvSpPr>
        <p:spPr>
          <a:xfrm>
            <a:off x="838199" y="1825625"/>
            <a:ext cx="5257801" cy="4351338"/>
          </a:xfrm>
        </p:spPr>
        <p:txBody>
          <a:bodyPr/>
          <a:lstStyle/>
          <a:p>
            <a:pPr marL="514350" indent="-514350">
              <a:buFont typeface="+mj-lt"/>
              <a:buAutoNum type="arabicPeriod"/>
            </a:pPr>
            <a:r>
              <a:rPr lang="en-US" dirty="0"/>
              <a:t>Data preprocessing and normalization</a:t>
            </a:r>
          </a:p>
          <a:p>
            <a:pPr marL="514350" indent="-514350">
              <a:buFont typeface="+mj-lt"/>
              <a:buAutoNum type="arabicPeriod"/>
            </a:pPr>
            <a:r>
              <a:rPr lang="en-US" dirty="0"/>
              <a:t>Iterative model-training workflow</a:t>
            </a:r>
          </a:p>
          <a:p>
            <a:pPr marL="514350" indent="-514350">
              <a:buFont typeface="+mj-lt"/>
              <a:buAutoNum type="arabicPeriod"/>
            </a:pPr>
            <a:r>
              <a:rPr lang="en-US" dirty="0"/>
              <a:t>Automated experiment selection</a:t>
            </a:r>
          </a:p>
          <a:p>
            <a:pPr marL="514350" indent="-514350">
              <a:buFont typeface="+mj-lt"/>
              <a:buAutoNum type="arabicPeriod"/>
            </a:pPr>
            <a:r>
              <a:rPr lang="en-US" dirty="0"/>
              <a:t>Performance benchmarking against random sampling </a:t>
            </a:r>
          </a:p>
        </p:txBody>
      </p:sp>
      <p:pic>
        <p:nvPicPr>
          <p:cNvPr id="4" name="Picture 3">
            <a:extLst>
              <a:ext uri="{FF2B5EF4-FFF2-40B4-BE49-F238E27FC236}">
                <a16:creationId xmlns:a16="http://schemas.microsoft.com/office/drawing/2014/main" id="{D0D8CFCD-8068-4172-F665-AD368B4A04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2406" y="1151845"/>
            <a:ext cx="4186978" cy="4719322"/>
          </a:xfrm>
          <a:prstGeom prst="rect">
            <a:avLst/>
          </a:prstGeom>
        </p:spPr>
      </p:pic>
      <p:sp>
        <p:nvSpPr>
          <p:cNvPr id="5" name="TextBox 4">
            <a:extLst>
              <a:ext uri="{FF2B5EF4-FFF2-40B4-BE49-F238E27FC236}">
                <a16:creationId xmlns:a16="http://schemas.microsoft.com/office/drawing/2014/main" id="{29BFF01A-D186-85D3-8FB8-04710426C822}"/>
              </a:ext>
            </a:extLst>
          </p:cNvPr>
          <p:cNvSpPr txBox="1"/>
          <p:nvPr/>
        </p:nvSpPr>
        <p:spPr>
          <a:xfrm>
            <a:off x="6659527" y="5847533"/>
            <a:ext cx="4694273" cy="276999"/>
          </a:xfrm>
          <a:prstGeom prst="rect">
            <a:avLst/>
          </a:prstGeom>
          <a:noFill/>
        </p:spPr>
        <p:txBody>
          <a:bodyPr wrap="square" rtlCol="0">
            <a:spAutoFit/>
          </a:bodyPr>
          <a:lstStyle/>
          <a:p>
            <a:r>
              <a:rPr lang="en-US" sz="1200" dirty="0"/>
              <a:t>Gif from Sam Wilsons Par Bayesian Optimization GitHub package</a:t>
            </a:r>
          </a:p>
        </p:txBody>
      </p:sp>
    </p:spTree>
    <p:extLst>
      <p:ext uri="{BB962C8B-B14F-4D97-AF65-F5344CB8AC3E}">
        <p14:creationId xmlns:p14="http://schemas.microsoft.com/office/powerpoint/2010/main" val="3558975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D33F6-B6A8-CA98-4AC6-2EC630108BBF}"/>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853AFE82-8811-3F84-5A01-86FAC74A2443}"/>
              </a:ext>
            </a:extLst>
          </p:cNvPr>
          <p:cNvSpPr>
            <a:spLocks noGrp="1"/>
          </p:cNvSpPr>
          <p:nvPr>
            <p:ph idx="1"/>
          </p:nvPr>
        </p:nvSpPr>
        <p:spPr>
          <a:xfrm>
            <a:off x="838201" y="1825625"/>
            <a:ext cx="3420140" cy="4351338"/>
          </a:xfrm>
        </p:spPr>
        <p:txBody>
          <a:bodyPr>
            <a:normAutofit fontScale="85000" lnSpcReduction="10000"/>
          </a:bodyPr>
          <a:lstStyle/>
          <a:p>
            <a:r>
              <a:rPr lang="en-US" dirty="0"/>
              <a:t>BO found high performing candidates significantly faster than random sampling </a:t>
            </a:r>
          </a:p>
          <a:p>
            <a:r>
              <a:rPr lang="en-US" dirty="0"/>
              <a:t>The algorithm learned where the high-performing regions were and concentrated testing there, dramatically reducing the number of experiments needed </a:t>
            </a:r>
          </a:p>
        </p:txBody>
      </p:sp>
      <p:pic>
        <p:nvPicPr>
          <p:cNvPr id="5" name="Picture 4">
            <a:extLst>
              <a:ext uri="{FF2B5EF4-FFF2-40B4-BE49-F238E27FC236}">
                <a16:creationId xmlns:a16="http://schemas.microsoft.com/office/drawing/2014/main" id="{CDC460D9-B50D-D225-C4D1-D4DF3923A188}"/>
              </a:ext>
            </a:extLst>
          </p:cNvPr>
          <p:cNvPicPr>
            <a:picLocks noChangeAspect="1"/>
          </p:cNvPicPr>
          <p:nvPr/>
        </p:nvPicPr>
        <p:blipFill>
          <a:blip r:embed="rId3"/>
          <a:stretch>
            <a:fillRect/>
          </a:stretch>
        </p:blipFill>
        <p:spPr>
          <a:xfrm>
            <a:off x="4425480" y="1690688"/>
            <a:ext cx="7695151" cy="4351338"/>
          </a:xfrm>
          <a:prstGeom prst="rect">
            <a:avLst/>
          </a:prstGeom>
        </p:spPr>
      </p:pic>
    </p:spTree>
    <p:extLst>
      <p:ext uri="{BB962C8B-B14F-4D97-AF65-F5344CB8AC3E}">
        <p14:creationId xmlns:p14="http://schemas.microsoft.com/office/powerpoint/2010/main" val="4040429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B6AD-41B4-5175-9A95-F1CA1DAE2413}"/>
              </a:ext>
            </a:extLst>
          </p:cNvPr>
          <p:cNvSpPr>
            <a:spLocks noGrp="1"/>
          </p:cNvSpPr>
          <p:nvPr>
            <p:ph type="title"/>
          </p:nvPr>
        </p:nvSpPr>
        <p:spPr/>
        <p:txBody>
          <a:bodyPr/>
          <a:lstStyle/>
          <a:p>
            <a:r>
              <a:rPr lang="en-US" dirty="0"/>
              <a:t>Main Takeaways </a:t>
            </a:r>
          </a:p>
        </p:txBody>
      </p:sp>
      <p:sp>
        <p:nvSpPr>
          <p:cNvPr id="3" name="Content Placeholder 2">
            <a:extLst>
              <a:ext uri="{FF2B5EF4-FFF2-40B4-BE49-F238E27FC236}">
                <a16:creationId xmlns:a16="http://schemas.microsoft.com/office/drawing/2014/main" id="{A4ACD8F2-8BCE-8EA1-BE39-4DD910678A30}"/>
              </a:ext>
            </a:extLst>
          </p:cNvPr>
          <p:cNvSpPr>
            <a:spLocks noGrp="1"/>
          </p:cNvSpPr>
          <p:nvPr>
            <p:ph idx="1"/>
          </p:nvPr>
        </p:nvSpPr>
        <p:spPr/>
        <p:txBody>
          <a:bodyPr/>
          <a:lstStyle/>
          <a:p>
            <a:r>
              <a:rPr lang="en-US" dirty="0"/>
              <a:t>BO found high-performing candidates much faster </a:t>
            </a:r>
          </a:p>
          <a:p>
            <a:r>
              <a:rPr lang="en-US" dirty="0"/>
              <a:t>Can reduce unnecessary or underperforming experiments </a:t>
            </a:r>
          </a:p>
          <a:p>
            <a:r>
              <a:rPr lang="en-US" dirty="0"/>
              <a:t> System successfully learned high-performing regions automictically</a:t>
            </a:r>
          </a:p>
          <a:p>
            <a:r>
              <a:rPr lang="en-US" dirty="0"/>
              <a:t>BO can be a powerful tool when faced with a scenario where the solution is expensive to solve </a:t>
            </a:r>
          </a:p>
          <a:p>
            <a:r>
              <a:rPr lang="en-US" dirty="0"/>
              <a:t>BO is becoming mainstream in many different fields – deep learning, materials science, robotics, and scientific simulations</a:t>
            </a:r>
          </a:p>
        </p:txBody>
      </p:sp>
    </p:spTree>
    <p:extLst>
      <p:ext uri="{BB962C8B-B14F-4D97-AF65-F5344CB8AC3E}">
        <p14:creationId xmlns:p14="http://schemas.microsoft.com/office/powerpoint/2010/main" val="2028137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C99C-EB4E-9A59-7DF5-23D4B9C5F7E4}"/>
              </a:ext>
            </a:extLst>
          </p:cNvPr>
          <p:cNvSpPr>
            <a:spLocks noGrp="1"/>
          </p:cNvSpPr>
          <p:nvPr>
            <p:ph type="title"/>
          </p:nvPr>
        </p:nvSpPr>
        <p:spPr>
          <a:xfrm>
            <a:off x="3684181" y="2528851"/>
            <a:ext cx="4823637" cy="1325563"/>
          </a:xfrm>
        </p:spPr>
        <p:txBody>
          <a:bodyPr>
            <a:normAutofit/>
          </a:bodyPr>
          <a:lstStyle/>
          <a:p>
            <a:pPr algn="ctr"/>
            <a:r>
              <a:rPr lang="en-US" sz="6600" dirty="0"/>
              <a:t>Thank you!</a:t>
            </a:r>
          </a:p>
        </p:txBody>
      </p:sp>
    </p:spTree>
    <p:extLst>
      <p:ext uri="{BB962C8B-B14F-4D97-AF65-F5344CB8AC3E}">
        <p14:creationId xmlns:p14="http://schemas.microsoft.com/office/powerpoint/2010/main" val="426519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7593-9C0B-C396-EA31-B6E97AA3D9A2}"/>
              </a:ext>
            </a:extLst>
          </p:cNvPr>
          <p:cNvSpPr>
            <a:spLocks noGrp="1"/>
          </p:cNvSpPr>
          <p:nvPr>
            <p:ph type="title"/>
          </p:nvPr>
        </p:nvSpPr>
        <p:spPr>
          <a:xfrm>
            <a:off x="838200" y="2766218"/>
            <a:ext cx="10515600" cy="1325563"/>
          </a:xfrm>
        </p:spPr>
        <p:txBody>
          <a:bodyPr/>
          <a:lstStyle/>
          <a:p>
            <a:pPr algn="ctr"/>
            <a:r>
              <a:rPr lang="en-US" dirty="0"/>
              <a:t>Backup Slides</a:t>
            </a:r>
          </a:p>
        </p:txBody>
      </p:sp>
    </p:spTree>
    <p:extLst>
      <p:ext uri="{BB962C8B-B14F-4D97-AF65-F5344CB8AC3E}">
        <p14:creationId xmlns:p14="http://schemas.microsoft.com/office/powerpoint/2010/main" val="1117226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1FE1B-84D3-0325-19FA-2B7FDAEDECB9}"/>
              </a:ext>
            </a:extLst>
          </p:cNvPr>
          <p:cNvSpPr>
            <a:spLocks noGrp="1"/>
          </p:cNvSpPr>
          <p:nvPr>
            <p:ph type="title"/>
          </p:nvPr>
        </p:nvSpPr>
        <p:spPr/>
        <p:txBody>
          <a:bodyPr/>
          <a:lstStyle/>
          <a:p>
            <a:r>
              <a:rPr lang="en-US" dirty="0"/>
              <a:t>Background </a:t>
            </a:r>
          </a:p>
        </p:txBody>
      </p:sp>
      <p:sp>
        <p:nvSpPr>
          <p:cNvPr id="3" name="Content Placeholder 2">
            <a:extLst>
              <a:ext uri="{FF2B5EF4-FFF2-40B4-BE49-F238E27FC236}">
                <a16:creationId xmlns:a16="http://schemas.microsoft.com/office/drawing/2014/main" id="{EB20E7BF-FE54-8217-C396-C4A5C56256F5}"/>
              </a:ext>
            </a:extLst>
          </p:cNvPr>
          <p:cNvSpPr>
            <a:spLocks noGrp="1"/>
          </p:cNvSpPr>
          <p:nvPr>
            <p:ph idx="1"/>
          </p:nvPr>
        </p:nvSpPr>
        <p:spPr>
          <a:xfrm>
            <a:off x="838201" y="1690688"/>
            <a:ext cx="5257800" cy="4351338"/>
          </a:xfrm>
        </p:spPr>
        <p:txBody>
          <a:bodyPr/>
          <a:lstStyle/>
          <a:p>
            <a:r>
              <a:rPr lang="en-US" dirty="0"/>
              <a:t>BO proposed around 1970 </a:t>
            </a:r>
          </a:p>
          <a:p>
            <a:r>
              <a:rPr lang="en-US" dirty="0"/>
              <a:t>Started as mathematical theory and transitioned to computer science in the 1990’s</a:t>
            </a:r>
          </a:p>
          <a:p>
            <a:r>
              <a:rPr lang="en-US" dirty="0"/>
              <a:t>Becoming a mainstream tool in material science, drug development, medical experiments, and deep learning</a:t>
            </a:r>
          </a:p>
          <a:p>
            <a:endParaRPr lang="en-US" dirty="0"/>
          </a:p>
          <a:p>
            <a:endParaRPr lang="en-US" dirty="0"/>
          </a:p>
        </p:txBody>
      </p:sp>
      <p:pic>
        <p:nvPicPr>
          <p:cNvPr id="5" name="Picture 4">
            <a:extLst>
              <a:ext uri="{FF2B5EF4-FFF2-40B4-BE49-F238E27FC236}">
                <a16:creationId xmlns:a16="http://schemas.microsoft.com/office/drawing/2014/main" id="{643594A5-0D51-9E03-DE25-0B439BAC92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879" y="1069339"/>
            <a:ext cx="4186978" cy="4719322"/>
          </a:xfrm>
          <a:prstGeom prst="rect">
            <a:avLst/>
          </a:prstGeom>
        </p:spPr>
      </p:pic>
      <p:sp>
        <p:nvSpPr>
          <p:cNvPr id="8" name="TextBox 7">
            <a:extLst>
              <a:ext uri="{FF2B5EF4-FFF2-40B4-BE49-F238E27FC236}">
                <a16:creationId xmlns:a16="http://schemas.microsoft.com/office/drawing/2014/main" id="{3DBBE0A7-303A-3C3C-01F6-E5E5D2AAEBBB}"/>
              </a:ext>
            </a:extLst>
          </p:cNvPr>
          <p:cNvSpPr txBox="1"/>
          <p:nvPr/>
        </p:nvSpPr>
        <p:spPr>
          <a:xfrm>
            <a:off x="6096000" y="5765027"/>
            <a:ext cx="4694273" cy="276999"/>
          </a:xfrm>
          <a:prstGeom prst="rect">
            <a:avLst/>
          </a:prstGeom>
          <a:noFill/>
        </p:spPr>
        <p:txBody>
          <a:bodyPr wrap="square" rtlCol="0">
            <a:spAutoFit/>
          </a:bodyPr>
          <a:lstStyle/>
          <a:p>
            <a:r>
              <a:rPr lang="en-US" sz="1200" dirty="0"/>
              <a:t>Gif from Sam Wilsons Par Bayesian Optimization GitHub package</a:t>
            </a:r>
          </a:p>
        </p:txBody>
      </p:sp>
    </p:spTree>
    <p:extLst>
      <p:ext uri="{BB962C8B-B14F-4D97-AF65-F5344CB8AC3E}">
        <p14:creationId xmlns:p14="http://schemas.microsoft.com/office/powerpoint/2010/main" val="3685589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ABB6B-785D-2896-F168-A395C4DE8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72DD5-0BF0-C4AB-2B28-0E3AB3A11D1B}"/>
              </a:ext>
            </a:extLst>
          </p:cNvPr>
          <p:cNvSpPr>
            <a:spLocks noGrp="1"/>
          </p:cNvSpPr>
          <p:nvPr>
            <p:ph type="title"/>
          </p:nvPr>
        </p:nvSpPr>
        <p:spPr>
          <a:xfrm>
            <a:off x="838200" y="168424"/>
            <a:ext cx="9475381" cy="384470"/>
          </a:xfrm>
        </p:spPr>
        <p:txBody>
          <a:bodyPr>
            <a:normAutofit fontScale="90000"/>
          </a:bodyPr>
          <a:lstStyle/>
          <a:p>
            <a:r>
              <a:rPr lang="en-US" dirty="0"/>
              <a:t>Background - Acquisition Functions</a:t>
            </a:r>
          </a:p>
        </p:txBody>
      </p:sp>
      <p:sp>
        <p:nvSpPr>
          <p:cNvPr id="3" name="Content Placeholder 2">
            <a:extLst>
              <a:ext uri="{FF2B5EF4-FFF2-40B4-BE49-F238E27FC236}">
                <a16:creationId xmlns:a16="http://schemas.microsoft.com/office/drawing/2014/main" id="{24D5A86D-2B73-28F0-A599-2D21D10711DE}"/>
              </a:ext>
            </a:extLst>
          </p:cNvPr>
          <p:cNvSpPr>
            <a:spLocks noGrp="1"/>
          </p:cNvSpPr>
          <p:nvPr>
            <p:ph idx="1"/>
          </p:nvPr>
        </p:nvSpPr>
        <p:spPr>
          <a:xfrm>
            <a:off x="912628" y="703171"/>
            <a:ext cx="10515599" cy="946186"/>
          </a:xfrm>
        </p:spPr>
        <p:txBody>
          <a:bodyPr>
            <a:normAutofit fontScale="62500" lnSpcReduction="20000"/>
          </a:bodyPr>
          <a:lstStyle/>
          <a:p>
            <a:r>
              <a:rPr lang="en-US" dirty="0"/>
              <a:t>Acquisition Functions: method of determining the next best step </a:t>
            </a:r>
          </a:p>
          <a:p>
            <a:r>
              <a:rPr lang="en-US" dirty="0"/>
              <a:t>LCB = Lower Confidence Bound</a:t>
            </a:r>
          </a:p>
          <a:p>
            <a:r>
              <a:rPr lang="en-US" dirty="0"/>
              <a:t>EI = Expected Improvement </a:t>
            </a:r>
          </a:p>
          <a:p>
            <a:pPr marL="0" indent="0">
              <a:buNone/>
            </a:pPr>
            <a:endParaRPr lang="en-US" dirty="0"/>
          </a:p>
          <a:p>
            <a:endParaRPr lang="en-US" dirty="0"/>
          </a:p>
        </p:txBody>
      </p:sp>
      <p:pic>
        <p:nvPicPr>
          <p:cNvPr id="6" name="Picture 5">
            <a:extLst>
              <a:ext uri="{FF2B5EF4-FFF2-40B4-BE49-F238E27FC236}">
                <a16:creationId xmlns:a16="http://schemas.microsoft.com/office/drawing/2014/main" id="{8EB0BA00-ECED-B14B-1EB8-CEBFCF7284EA}"/>
              </a:ext>
            </a:extLst>
          </p:cNvPr>
          <p:cNvPicPr>
            <a:picLocks noChangeAspect="1"/>
          </p:cNvPicPr>
          <p:nvPr/>
        </p:nvPicPr>
        <p:blipFill>
          <a:blip r:embed="rId3"/>
          <a:stretch>
            <a:fillRect/>
          </a:stretch>
        </p:blipFill>
        <p:spPr>
          <a:xfrm>
            <a:off x="1298244" y="1649357"/>
            <a:ext cx="9467919" cy="5143538"/>
          </a:xfrm>
          <a:prstGeom prst="rect">
            <a:avLst/>
          </a:prstGeom>
        </p:spPr>
      </p:pic>
    </p:spTree>
    <p:extLst>
      <p:ext uri="{BB962C8B-B14F-4D97-AF65-F5344CB8AC3E}">
        <p14:creationId xmlns:p14="http://schemas.microsoft.com/office/powerpoint/2010/main" val="1453697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6BC7-CB79-08EF-BA29-34D2F867FC2D}"/>
              </a:ext>
            </a:extLst>
          </p:cNvPr>
          <p:cNvSpPr>
            <a:spLocks noGrp="1"/>
          </p:cNvSpPr>
          <p:nvPr>
            <p:ph type="title"/>
          </p:nvPr>
        </p:nvSpPr>
        <p:spPr/>
        <p:txBody>
          <a:bodyPr/>
          <a:lstStyle/>
          <a:p>
            <a:r>
              <a:rPr lang="en-US" dirty="0"/>
              <a:t>Data – P3HT/CNT </a:t>
            </a:r>
          </a:p>
        </p:txBody>
      </p:sp>
      <p:sp>
        <p:nvSpPr>
          <p:cNvPr id="3" name="Content Placeholder 2">
            <a:extLst>
              <a:ext uri="{FF2B5EF4-FFF2-40B4-BE49-F238E27FC236}">
                <a16:creationId xmlns:a16="http://schemas.microsoft.com/office/drawing/2014/main" id="{47437655-98EC-7DC5-13FB-D9EC6FB55AA5}"/>
              </a:ext>
            </a:extLst>
          </p:cNvPr>
          <p:cNvSpPr>
            <a:spLocks noGrp="1"/>
          </p:cNvSpPr>
          <p:nvPr>
            <p:ph idx="1"/>
          </p:nvPr>
        </p:nvSpPr>
        <p:spPr/>
        <p:txBody>
          <a:bodyPr/>
          <a:lstStyle/>
          <a:p>
            <a:r>
              <a:rPr lang="en-US" dirty="0"/>
              <a:t>Dataset containing 178 samples of a composite blend of polymer + carbon nanotubes </a:t>
            </a:r>
          </a:p>
          <a:p>
            <a:r>
              <a:rPr lang="en-US" dirty="0"/>
              <a:t>5 independent input features</a:t>
            </a:r>
          </a:p>
          <a:p>
            <a:pPr lvl="1">
              <a:buFont typeface="Wingdings" panose="05000000000000000000" pitchFamily="2" charset="2"/>
              <a:buChar char="§"/>
            </a:pPr>
            <a:r>
              <a:rPr lang="en-US" dirty="0"/>
              <a:t>P3HT content </a:t>
            </a:r>
          </a:p>
          <a:p>
            <a:pPr lvl="1">
              <a:buFont typeface="Wingdings" panose="05000000000000000000" pitchFamily="2" charset="2"/>
              <a:buChar char="§"/>
            </a:pPr>
            <a:r>
              <a:rPr lang="en-US" dirty="0"/>
              <a:t>4 different measurements of CNT mass fraction/ratio: total mass that is made up of Carbon nanotubes </a:t>
            </a:r>
          </a:p>
          <a:p>
            <a:pPr lvl="2">
              <a:buFont typeface="Wingdings" panose="05000000000000000000" pitchFamily="2" charset="2"/>
              <a:buChar char="§"/>
            </a:pPr>
            <a:r>
              <a:rPr lang="en-US" dirty="0"/>
              <a:t>Labeled as D1, D2, D6, and D8</a:t>
            </a:r>
          </a:p>
          <a:p>
            <a:r>
              <a:rPr lang="en-US" dirty="0"/>
              <a:t>Target Variable: </a:t>
            </a:r>
            <a:r>
              <a:rPr lang="en-US" b="1" dirty="0"/>
              <a:t>electrical conductivity </a:t>
            </a:r>
            <a:endParaRPr lang="en-US" dirty="0"/>
          </a:p>
          <a:p>
            <a:endParaRPr lang="en-US" dirty="0"/>
          </a:p>
        </p:txBody>
      </p:sp>
    </p:spTree>
    <p:extLst>
      <p:ext uri="{BB962C8B-B14F-4D97-AF65-F5344CB8AC3E}">
        <p14:creationId xmlns:p14="http://schemas.microsoft.com/office/powerpoint/2010/main" val="4262321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7D5EB-EDFF-ECD9-E3E1-91089DFDBC9C}"/>
              </a:ext>
            </a:extLst>
          </p:cNvPr>
          <p:cNvSpPr>
            <a:spLocks noGrp="1"/>
          </p:cNvSpPr>
          <p:nvPr>
            <p:ph type="title"/>
          </p:nvPr>
        </p:nvSpPr>
        <p:spPr/>
        <p:txBody>
          <a:bodyPr/>
          <a:lstStyle/>
          <a:p>
            <a:r>
              <a:rPr lang="en-US" dirty="0"/>
              <a:t>Data – Distribution of Variables and Labels</a:t>
            </a:r>
          </a:p>
        </p:txBody>
      </p:sp>
      <p:sp>
        <p:nvSpPr>
          <p:cNvPr id="3" name="Content Placeholder 2">
            <a:extLst>
              <a:ext uri="{FF2B5EF4-FFF2-40B4-BE49-F238E27FC236}">
                <a16:creationId xmlns:a16="http://schemas.microsoft.com/office/drawing/2014/main" id="{77BF2D31-67B7-FB47-34ED-EF988127F95B}"/>
              </a:ext>
            </a:extLst>
          </p:cNvPr>
          <p:cNvSpPr>
            <a:spLocks noGrp="1"/>
          </p:cNvSpPr>
          <p:nvPr>
            <p:ph idx="1"/>
          </p:nvPr>
        </p:nvSpPr>
        <p:spPr>
          <a:xfrm>
            <a:off x="838200" y="1825625"/>
            <a:ext cx="8364166" cy="4351338"/>
          </a:xfrm>
        </p:spPr>
        <p:txBody>
          <a:bodyPr>
            <a:normAutofit fontScale="92500"/>
          </a:bodyPr>
          <a:lstStyle/>
          <a:p>
            <a:r>
              <a:rPr lang="en-US" dirty="0"/>
              <a:t>Features: </a:t>
            </a:r>
          </a:p>
          <a:p>
            <a:pPr lvl="1"/>
            <a:r>
              <a:rPr lang="en-US" dirty="0"/>
              <a:t>Distributed continuously across 5D space </a:t>
            </a:r>
          </a:p>
          <a:p>
            <a:pPr lvl="1"/>
            <a:r>
              <a:rPr lang="en-US" dirty="0"/>
              <a:t>After a PCA reduction to 3D, the design space shows moderate complexity – neither uniform nor clustered strongly </a:t>
            </a:r>
          </a:p>
          <a:p>
            <a:pPr lvl="1"/>
            <a:r>
              <a:rPr lang="en-US" dirty="0"/>
              <a:t>Each dimension was normalized (centered and scaled) </a:t>
            </a:r>
          </a:p>
          <a:p>
            <a:r>
              <a:rPr lang="en-US" dirty="0"/>
              <a:t>Labels: </a:t>
            </a:r>
          </a:p>
          <a:p>
            <a:pPr lvl="1"/>
            <a:r>
              <a:rPr lang="en-US" dirty="0"/>
              <a:t>Normalized (approx. zero-mean, unit variance) </a:t>
            </a:r>
          </a:p>
          <a:p>
            <a:pPr lvl="1"/>
            <a:r>
              <a:rPr lang="en-US" dirty="0"/>
              <a:t>Roughly bell-shaped but slightly skewed distribution (Figure 1a) – reflects experimental noise and a spread in conductivity across different compositions</a:t>
            </a:r>
          </a:p>
          <a:p>
            <a:pPr lvl="1"/>
            <a:r>
              <a:rPr lang="en-US" dirty="0"/>
              <a:t>Values span both higher and lower performing regions (PCA plots show smooth gradients) </a:t>
            </a:r>
          </a:p>
          <a:p>
            <a:endParaRPr lang="en-US" dirty="0"/>
          </a:p>
        </p:txBody>
      </p:sp>
      <p:pic>
        <p:nvPicPr>
          <p:cNvPr id="4" name="Picture 3">
            <a:extLst>
              <a:ext uri="{FF2B5EF4-FFF2-40B4-BE49-F238E27FC236}">
                <a16:creationId xmlns:a16="http://schemas.microsoft.com/office/drawing/2014/main" id="{0AA6B9A5-9F73-966A-49FC-0CFF28DDB4CE}"/>
              </a:ext>
            </a:extLst>
          </p:cNvPr>
          <p:cNvPicPr>
            <a:picLocks noChangeAspect="1"/>
          </p:cNvPicPr>
          <p:nvPr/>
        </p:nvPicPr>
        <p:blipFill>
          <a:blip r:embed="rId3"/>
          <a:stretch>
            <a:fillRect/>
          </a:stretch>
        </p:blipFill>
        <p:spPr>
          <a:xfrm>
            <a:off x="9739282" y="1524953"/>
            <a:ext cx="2089552" cy="4535278"/>
          </a:xfrm>
          <a:prstGeom prst="rect">
            <a:avLst/>
          </a:prstGeom>
        </p:spPr>
      </p:pic>
      <p:pic>
        <p:nvPicPr>
          <p:cNvPr id="6" name="Picture 5">
            <a:extLst>
              <a:ext uri="{FF2B5EF4-FFF2-40B4-BE49-F238E27FC236}">
                <a16:creationId xmlns:a16="http://schemas.microsoft.com/office/drawing/2014/main" id="{8FF2CCCF-4CF9-432B-1C93-79A5488D62FE}"/>
              </a:ext>
            </a:extLst>
          </p:cNvPr>
          <p:cNvPicPr>
            <a:picLocks noChangeAspect="1"/>
          </p:cNvPicPr>
          <p:nvPr/>
        </p:nvPicPr>
        <p:blipFill>
          <a:blip r:embed="rId4"/>
          <a:stretch>
            <a:fillRect/>
          </a:stretch>
        </p:blipFill>
        <p:spPr>
          <a:xfrm>
            <a:off x="9496393" y="4293132"/>
            <a:ext cx="242889" cy="1300172"/>
          </a:xfrm>
          <a:prstGeom prst="rect">
            <a:avLst/>
          </a:prstGeom>
        </p:spPr>
      </p:pic>
    </p:spTree>
    <p:extLst>
      <p:ext uri="{BB962C8B-B14F-4D97-AF65-F5344CB8AC3E}">
        <p14:creationId xmlns:p14="http://schemas.microsoft.com/office/powerpoint/2010/main" val="770340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860BD-6084-35F9-9202-B8433B1514A8}"/>
              </a:ext>
            </a:extLst>
          </p:cNvPr>
          <p:cNvSpPr>
            <a:spLocks noGrp="1"/>
          </p:cNvSpPr>
          <p:nvPr>
            <p:ph type="title"/>
          </p:nvPr>
        </p:nvSpPr>
        <p:spPr/>
        <p:txBody>
          <a:bodyPr/>
          <a:lstStyle/>
          <a:p>
            <a:r>
              <a:rPr lang="en-US" dirty="0"/>
              <a:t>Data – Distribution of Features </a:t>
            </a:r>
          </a:p>
        </p:txBody>
      </p:sp>
      <p:pic>
        <p:nvPicPr>
          <p:cNvPr id="5" name="Content Placeholder 6">
            <a:extLst>
              <a:ext uri="{FF2B5EF4-FFF2-40B4-BE49-F238E27FC236}">
                <a16:creationId xmlns:a16="http://schemas.microsoft.com/office/drawing/2014/main" id="{17C0E127-C7ED-D56A-5320-591264A37EEC}"/>
              </a:ext>
            </a:extLst>
          </p:cNvPr>
          <p:cNvPicPr>
            <a:picLocks noGrp="1" noChangeAspect="1"/>
          </p:cNvPicPr>
          <p:nvPr>
            <p:ph idx="1"/>
          </p:nvPr>
        </p:nvPicPr>
        <p:blipFill>
          <a:blip r:embed="rId2"/>
          <a:stretch>
            <a:fillRect/>
          </a:stretch>
        </p:blipFill>
        <p:spPr>
          <a:xfrm>
            <a:off x="4618970" y="1690688"/>
            <a:ext cx="7136954" cy="4351338"/>
          </a:xfrm>
          <a:prstGeom prst="rect">
            <a:avLst/>
          </a:prstGeom>
        </p:spPr>
      </p:pic>
      <p:sp>
        <p:nvSpPr>
          <p:cNvPr id="4" name="TextBox 3">
            <a:extLst>
              <a:ext uri="{FF2B5EF4-FFF2-40B4-BE49-F238E27FC236}">
                <a16:creationId xmlns:a16="http://schemas.microsoft.com/office/drawing/2014/main" id="{A55FBCDF-2DA4-FE46-4CF5-B9878662F055}"/>
              </a:ext>
            </a:extLst>
          </p:cNvPr>
          <p:cNvSpPr txBox="1"/>
          <p:nvPr/>
        </p:nvSpPr>
        <p:spPr>
          <a:xfrm>
            <a:off x="444183" y="1692612"/>
            <a:ext cx="417692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 D8, D6, and D2 contents are concentrated – this matches with their low correlation with the objective value</a:t>
            </a:r>
          </a:p>
          <a:p>
            <a:endParaRPr lang="en-US" sz="2400" dirty="0"/>
          </a:p>
          <a:p>
            <a:r>
              <a:rPr lang="en-US" sz="2400" dirty="0"/>
              <a:t>• D1 and P3HT contents sampled over a much wider region – seems to reflect the BO attempting to find the optimal value in design space </a:t>
            </a:r>
          </a:p>
          <a:p>
            <a:endParaRPr lang="en-US" sz="2400" dirty="0"/>
          </a:p>
          <a:p>
            <a:endParaRPr lang="en-US" dirty="0"/>
          </a:p>
        </p:txBody>
      </p:sp>
    </p:spTree>
    <p:extLst>
      <p:ext uri="{BB962C8B-B14F-4D97-AF65-F5344CB8AC3E}">
        <p14:creationId xmlns:p14="http://schemas.microsoft.com/office/powerpoint/2010/main" val="3220669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2E3BD-3A25-80EA-8575-46C6D91E23F5}"/>
              </a:ext>
            </a:extLst>
          </p:cNvPr>
          <p:cNvSpPr>
            <a:spLocks noGrp="1"/>
          </p:cNvSpPr>
          <p:nvPr>
            <p:ph type="title"/>
          </p:nvPr>
        </p:nvSpPr>
        <p:spPr>
          <a:xfrm>
            <a:off x="838200" y="188736"/>
            <a:ext cx="10515600" cy="1325563"/>
          </a:xfrm>
        </p:spPr>
        <p:txBody>
          <a:bodyPr/>
          <a:lstStyle/>
          <a:p>
            <a:r>
              <a:rPr lang="en-US" dirty="0"/>
              <a:t>Data - Objective Value Distribution</a:t>
            </a:r>
          </a:p>
        </p:txBody>
      </p:sp>
      <p:pic>
        <p:nvPicPr>
          <p:cNvPr id="4" name="Content Placeholder 3" descr="A diagram of a diagram&#10;&#10;AI-generated content may be incorrect.">
            <a:extLst>
              <a:ext uri="{FF2B5EF4-FFF2-40B4-BE49-F238E27FC236}">
                <a16:creationId xmlns:a16="http://schemas.microsoft.com/office/drawing/2014/main" id="{E9B6ACD4-78A0-E4A5-9BE7-54658C6EC19F}"/>
              </a:ext>
            </a:extLst>
          </p:cNvPr>
          <p:cNvPicPr>
            <a:picLocks noGrp="1" noChangeAspect="1"/>
          </p:cNvPicPr>
          <p:nvPr>
            <p:ph idx="1"/>
          </p:nvPr>
        </p:nvPicPr>
        <p:blipFill>
          <a:blip r:embed="rId2"/>
          <a:stretch>
            <a:fillRect/>
          </a:stretch>
        </p:blipFill>
        <p:spPr>
          <a:xfrm>
            <a:off x="3957217" y="1517970"/>
            <a:ext cx="8018463" cy="4672282"/>
          </a:xfrm>
          <a:prstGeom prst="rect">
            <a:avLst/>
          </a:prstGeom>
        </p:spPr>
      </p:pic>
      <p:sp>
        <p:nvSpPr>
          <p:cNvPr id="3" name="TextBox 2">
            <a:extLst>
              <a:ext uri="{FF2B5EF4-FFF2-40B4-BE49-F238E27FC236}">
                <a16:creationId xmlns:a16="http://schemas.microsoft.com/office/drawing/2014/main" id="{5B96D3BE-E438-582A-DA3A-4E15F0BBE3F4}"/>
              </a:ext>
            </a:extLst>
          </p:cNvPr>
          <p:cNvSpPr txBox="1"/>
          <p:nvPr/>
        </p:nvSpPr>
        <p:spPr>
          <a:xfrm>
            <a:off x="347933" y="1519567"/>
            <a:ext cx="3427064"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 Original experimental goal was to maximize conductivity</a:t>
            </a:r>
          </a:p>
          <a:p>
            <a:endParaRPr lang="en-US" sz="2400"/>
          </a:p>
          <a:p>
            <a:r>
              <a:rPr lang="en-US" sz="2400"/>
              <a:t>• Wide range of objective values</a:t>
            </a:r>
            <a:endParaRPr lang="en-US"/>
          </a:p>
          <a:p>
            <a:endParaRPr lang="en-US" sz="2400"/>
          </a:p>
          <a:p>
            <a:pPr marL="285750" indent="-285750">
              <a:buFont typeface="Calibri"/>
              <a:buChar char="-"/>
            </a:pPr>
            <a:r>
              <a:rPr lang="en-US" sz="2400"/>
              <a:t>BO was able to reach quite high conductivity</a:t>
            </a:r>
          </a:p>
          <a:p>
            <a:pPr marL="285750" indent="-285750">
              <a:buFont typeface="Calibri"/>
              <a:buChar char="-"/>
            </a:pPr>
            <a:endParaRPr lang="en-US" sz="2400"/>
          </a:p>
          <a:p>
            <a:pPr marL="285750" indent="-285750">
              <a:buFont typeface="Calibri"/>
              <a:buChar char="-"/>
            </a:pPr>
            <a:r>
              <a:rPr lang="en-US" sz="2400"/>
              <a:t>Many tests resulting in low conductivity</a:t>
            </a:r>
          </a:p>
        </p:txBody>
      </p:sp>
    </p:spTree>
    <p:extLst>
      <p:ext uri="{BB962C8B-B14F-4D97-AF65-F5344CB8AC3E}">
        <p14:creationId xmlns:p14="http://schemas.microsoft.com/office/powerpoint/2010/main" val="3809699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C58CA-6180-335D-F2A6-AE0BD6347C8F}"/>
              </a:ext>
            </a:extLst>
          </p:cNvPr>
          <p:cNvSpPr>
            <a:spLocks noGrp="1"/>
          </p:cNvSpPr>
          <p:nvPr>
            <p:ph type="title"/>
          </p:nvPr>
        </p:nvSpPr>
        <p:spPr/>
        <p:txBody>
          <a:bodyPr/>
          <a:lstStyle/>
          <a:p>
            <a:r>
              <a:rPr lang="en-US" dirty="0"/>
              <a:t>Data – Summary &amp; Correlation Matrix </a:t>
            </a:r>
          </a:p>
        </p:txBody>
      </p:sp>
      <p:pic>
        <p:nvPicPr>
          <p:cNvPr id="4" name="Content Placeholder 3" descr="A blue squares with white text&#10;&#10;AI-generated content may be incorrect.">
            <a:extLst>
              <a:ext uri="{FF2B5EF4-FFF2-40B4-BE49-F238E27FC236}">
                <a16:creationId xmlns:a16="http://schemas.microsoft.com/office/drawing/2014/main" id="{A19734B7-56B1-ED7D-EB5D-4358B757647A}"/>
              </a:ext>
            </a:extLst>
          </p:cNvPr>
          <p:cNvPicPr>
            <a:picLocks noChangeAspect="1"/>
          </p:cNvPicPr>
          <p:nvPr/>
        </p:nvPicPr>
        <p:blipFill>
          <a:blip r:embed="rId2"/>
          <a:stretch>
            <a:fillRect/>
          </a:stretch>
        </p:blipFill>
        <p:spPr>
          <a:xfrm>
            <a:off x="5948829" y="1417110"/>
            <a:ext cx="6024738" cy="5075765"/>
          </a:xfrm>
          <a:prstGeom prst="rect">
            <a:avLst/>
          </a:prstGeom>
        </p:spPr>
      </p:pic>
      <p:pic>
        <p:nvPicPr>
          <p:cNvPr id="5" name="Picture 4" descr="A table of numbers and text&#10;&#10;AI-generated content may be incorrect.">
            <a:extLst>
              <a:ext uri="{FF2B5EF4-FFF2-40B4-BE49-F238E27FC236}">
                <a16:creationId xmlns:a16="http://schemas.microsoft.com/office/drawing/2014/main" id="{5C1FD635-3DB8-962D-C9C4-91E7A0889392}"/>
              </a:ext>
            </a:extLst>
          </p:cNvPr>
          <p:cNvPicPr>
            <a:picLocks noChangeAspect="1"/>
          </p:cNvPicPr>
          <p:nvPr/>
        </p:nvPicPr>
        <p:blipFill>
          <a:blip r:embed="rId3"/>
          <a:stretch>
            <a:fillRect/>
          </a:stretch>
        </p:blipFill>
        <p:spPr>
          <a:xfrm>
            <a:off x="228908" y="2158704"/>
            <a:ext cx="5565917" cy="3153833"/>
          </a:xfrm>
          <a:prstGeom prst="rect">
            <a:avLst/>
          </a:prstGeom>
        </p:spPr>
      </p:pic>
    </p:spTree>
    <p:extLst>
      <p:ext uri="{BB962C8B-B14F-4D97-AF65-F5344CB8AC3E}">
        <p14:creationId xmlns:p14="http://schemas.microsoft.com/office/powerpoint/2010/main" val="2274333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1170B-541F-7A85-BAD7-2992CE221D05}"/>
              </a:ext>
            </a:extLst>
          </p:cNvPr>
          <p:cNvSpPr>
            <a:spLocks noGrp="1"/>
          </p:cNvSpPr>
          <p:nvPr>
            <p:ph type="title"/>
          </p:nvPr>
        </p:nvSpPr>
        <p:spPr/>
        <p:txBody>
          <a:bodyPr/>
          <a:lstStyle/>
          <a:p>
            <a:r>
              <a:rPr lang="en-US" dirty="0"/>
              <a:t>Algorithm – GP with ARD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CE7D05-29E3-B85C-49E8-92B315DB9D2E}"/>
                  </a:ext>
                </a:extLst>
              </p:cNvPr>
              <p:cNvSpPr>
                <a:spLocks noGrp="1"/>
              </p:cNvSpPr>
              <p:nvPr>
                <p:ph idx="1"/>
              </p:nvPr>
            </p:nvSpPr>
            <p:spPr/>
            <p:txBody>
              <a:bodyPr>
                <a:normAutofit fontScale="92500" lnSpcReduction="10000"/>
              </a:bodyPr>
              <a:lstStyle/>
              <a:p>
                <a:r>
                  <a:rPr lang="en-US" dirty="0"/>
                  <a:t>GP = Gaussian Process</a:t>
                </a:r>
              </a:p>
              <a:p>
                <a:pPr lvl="1"/>
                <a:r>
                  <a:rPr lang="en-US" dirty="0"/>
                  <a:t>A tool for regression tasks capable of modeling and predicting datasets by capturing the patterns and relationships within data. </a:t>
                </a:r>
              </a:p>
              <a:p>
                <a:pPr lvl="1"/>
                <a:r>
                  <a:rPr lang="en-US" dirty="0"/>
                  <a:t>Flexible – adjust their complexity around the data </a:t>
                </a:r>
              </a:p>
              <a:p>
                <a:pPr lvl="1"/>
                <a:r>
                  <a:rPr lang="en-US" dirty="0"/>
                  <a:t>In general: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𝐺𝑃</m:t>
                    </m:r>
                    <m:r>
                      <a:rPr lang="en-US" i="1">
                        <a:latin typeface="Cambria Math" panose="02040503050406030204" pitchFamily="18" charset="0"/>
                      </a:rPr>
                      <m:t>[</m:t>
                    </m:r>
                    <m:r>
                      <a:rPr lang="en-US" i="1">
                        <a:latin typeface="Cambria Math" panose="02040503050406030204" pitchFamily="18" charset="0"/>
                      </a:rPr>
                      <m:t>𝑚</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𝑘</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e>
                    </m:d>
                    <m:r>
                      <a:rPr lang="en-US" i="1">
                        <a:latin typeface="Cambria Math" panose="02040503050406030204" pitchFamily="18" charset="0"/>
                      </a:rPr>
                      <m:t>]</m:t>
                    </m:r>
                  </m:oMath>
                </a14:m>
                <a:endParaRPr lang="en-US" dirty="0"/>
              </a:p>
              <a:p>
                <a:pPr lvl="2"/>
                <a:r>
                  <a:rPr lang="en-US" dirty="0"/>
                  <a:t>Mean Function – </a:t>
                </a:r>
                <a:r>
                  <a:rPr lang="en-US" i="1" dirty="0"/>
                  <a:t>m(x) </a:t>
                </a:r>
              </a:p>
              <a:p>
                <a:pPr lvl="3"/>
                <a:r>
                  <a:rPr lang="en-US" dirty="0"/>
                  <a:t>Represents data’s mean </a:t>
                </a:r>
              </a:p>
              <a:p>
                <a:pPr lvl="3"/>
                <a:r>
                  <a:rPr lang="en-US" dirty="0"/>
                  <a:t>In the case of normalization, it is assumed to be constant and zero </a:t>
                </a:r>
              </a:p>
              <a:p>
                <a:pPr lvl="2"/>
                <a:r>
                  <a:rPr lang="en-US" dirty="0"/>
                  <a:t>Covariance Function (aka kernel) – </a:t>
                </a:r>
                <a:r>
                  <a:rPr lang="en-US" i="1" dirty="0"/>
                  <a:t>k(</a:t>
                </a:r>
                <a:r>
                  <a:rPr lang="en-US" i="1" dirty="0" err="1"/>
                  <a:t>x,x</a:t>
                </a:r>
                <a:r>
                  <a:rPr lang="en-US" i="1" dirty="0"/>
                  <a:t>’)</a:t>
                </a:r>
              </a:p>
              <a:p>
                <a:pPr lvl="3"/>
                <a:r>
                  <a:rPr lang="en-US" dirty="0"/>
                  <a:t>Quantifies how similar two points are </a:t>
                </a:r>
              </a:p>
              <a:p>
                <a:r>
                  <a:rPr lang="en-US" dirty="0"/>
                  <a:t>Use of Posterior Distribution</a:t>
                </a:r>
              </a:p>
              <a:p>
                <a:pPr lvl="1"/>
                <a:r>
                  <a:rPr lang="en-US" dirty="0"/>
                  <a:t>Revise functions we are modeling based on past distributions of observed data </a:t>
                </a:r>
              </a:p>
              <a:p>
                <a:pPr lvl="1"/>
                <a:r>
                  <a:rPr lang="en-US" dirty="0"/>
                  <a:t>After looking at data </a:t>
                </a:r>
                <a:r>
                  <a:rPr lang="en-US" dirty="0">
                    <a:sym typeface="Wingdings" panose="05000000000000000000" pitchFamily="2" charset="2"/>
                  </a:rPr>
                  <a:t> update and incorporate the new beliefs into our model </a:t>
                </a:r>
                <a:endParaRPr lang="en-US" dirty="0"/>
              </a:p>
              <a:p>
                <a:endParaRPr lang="en-US" dirty="0"/>
              </a:p>
            </p:txBody>
          </p:sp>
        </mc:Choice>
        <mc:Fallback xmlns="">
          <p:sp>
            <p:nvSpPr>
              <p:cNvPr id="3" name="Content Placeholder 2">
                <a:extLst>
                  <a:ext uri="{FF2B5EF4-FFF2-40B4-BE49-F238E27FC236}">
                    <a16:creationId xmlns:a16="http://schemas.microsoft.com/office/drawing/2014/main" id="{CACE7D05-29E3-B85C-49E8-92B315DB9D2E}"/>
                  </a:ext>
                </a:extLst>
              </p:cNvPr>
              <p:cNvSpPr>
                <a:spLocks noGrp="1" noRot="1" noChangeAspect="1" noMove="1" noResize="1" noEditPoints="1" noAdjustHandles="1" noChangeArrowheads="1" noChangeShapeType="1" noTextEdit="1"/>
              </p:cNvSpPr>
              <p:nvPr>
                <p:ph idx="1"/>
              </p:nvPr>
            </p:nvSpPr>
            <p:spPr>
              <a:blipFill>
                <a:blip r:embed="rId3"/>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1270087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5187-6C19-5B64-480B-F66C4123F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40E34-84AC-7526-885A-5CEC46FCF310}"/>
              </a:ext>
            </a:extLst>
          </p:cNvPr>
          <p:cNvSpPr>
            <a:spLocks noGrp="1"/>
          </p:cNvSpPr>
          <p:nvPr>
            <p:ph type="title"/>
          </p:nvPr>
        </p:nvSpPr>
        <p:spPr/>
        <p:txBody>
          <a:bodyPr/>
          <a:lstStyle/>
          <a:p>
            <a:r>
              <a:rPr lang="en-US" dirty="0"/>
              <a:t>Algorithm – GP with ARD</a:t>
            </a:r>
          </a:p>
        </p:txBody>
      </p:sp>
      <p:sp>
        <p:nvSpPr>
          <p:cNvPr id="3" name="Content Placeholder 2">
            <a:extLst>
              <a:ext uri="{FF2B5EF4-FFF2-40B4-BE49-F238E27FC236}">
                <a16:creationId xmlns:a16="http://schemas.microsoft.com/office/drawing/2014/main" id="{D2501AA2-350E-9AD7-DF6C-D25E6E6F55DC}"/>
              </a:ext>
            </a:extLst>
          </p:cNvPr>
          <p:cNvSpPr>
            <a:spLocks noGrp="1"/>
          </p:cNvSpPr>
          <p:nvPr>
            <p:ph idx="1"/>
          </p:nvPr>
        </p:nvSpPr>
        <p:spPr/>
        <p:txBody>
          <a:bodyPr>
            <a:normAutofit/>
          </a:bodyPr>
          <a:lstStyle/>
          <a:p>
            <a:r>
              <a:rPr lang="en-US" dirty="0"/>
              <a:t>ARD = Automatic Relevance Determination </a:t>
            </a:r>
          </a:p>
          <a:p>
            <a:r>
              <a:rPr lang="en-US" dirty="0"/>
              <a:t>Implemented using </a:t>
            </a:r>
            <a:r>
              <a:rPr lang="en-US" b="1" dirty="0"/>
              <a:t>anisotropic kernels </a:t>
            </a:r>
          </a:p>
          <a:p>
            <a:r>
              <a:rPr lang="en-US" dirty="0"/>
              <a:t>Add to the </a:t>
            </a:r>
            <a:r>
              <a:rPr lang="en-US" dirty="0" err="1"/>
              <a:t>lengthscales</a:t>
            </a:r>
            <a:r>
              <a:rPr lang="en-US" dirty="0"/>
              <a:t> of the features to help measure relative importance </a:t>
            </a:r>
          </a:p>
          <a:p>
            <a:pPr lvl="1"/>
            <a:r>
              <a:rPr lang="en-US" dirty="0"/>
              <a:t>Without ARD, GP might miss contributions from the P3HT content, D2, D6, and D8 inputs due to D1 having more correlation </a:t>
            </a:r>
          </a:p>
          <a:p>
            <a:r>
              <a:rPr lang="en-US" dirty="0"/>
              <a:t>Allows GP to “catch up” to the performance of RF </a:t>
            </a:r>
          </a:p>
          <a:p>
            <a:endParaRPr lang="en-US" dirty="0"/>
          </a:p>
        </p:txBody>
      </p:sp>
    </p:spTree>
    <p:extLst>
      <p:ext uri="{BB962C8B-B14F-4D97-AF65-F5344CB8AC3E}">
        <p14:creationId xmlns:p14="http://schemas.microsoft.com/office/powerpoint/2010/main" val="372407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254B8-8647-06EB-EB16-66E8E69E2BD6}"/>
              </a:ext>
            </a:extLst>
          </p:cNvPr>
          <p:cNvSpPr>
            <a:spLocks noGrp="1"/>
          </p:cNvSpPr>
          <p:nvPr>
            <p:ph type="title"/>
          </p:nvPr>
        </p:nvSpPr>
        <p:spPr>
          <a:xfrm>
            <a:off x="831144" y="116515"/>
            <a:ext cx="10515600" cy="1325563"/>
          </a:xfrm>
        </p:spPr>
        <p:txBody>
          <a:bodyPr>
            <a:normAutofit/>
          </a:bodyPr>
          <a:lstStyle/>
          <a:p>
            <a:r>
              <a:rPr lang="en-US" sz="3600" dirty="0"/>
              <a:t>Algorithm - Expected Improvement as the Acquisition Function   </a:t>
            </a:r>
          </a:p>
        </p:txBody>
      </p:sp>
      <p:sp>
        <p:nvSpPr>
          <p:cNvPr id="3" name="Content Placeholder 2">
            <a:extLst>
              <a:ext uri="{FF2B5EF4-FFF2-40B4-BE49-F238E27FC236}">
                <a16:creationId xmlns:a16="http://schemas.microsoft.com/office/drawing/2014/main" id="{DB630BE8-E696-121F-058C-F20635C8AD4A}"/>
              </a:ext>
            </a:extLst>
          </p:cNvPr>
          <p:cNvSpPr>
            <a:spLocks noGrp="1"/>
          </p:cNvSpPr>
          <p:nvPr>
            <p:ph idx="1"/>
          </p:nvPr>
        </p:nvSpPr>
        <p:spPr>
          <a:xfrm>
            <a:off x="831144" y="1359475"/>
            <a:ext cx="10515600" cy="5499557"/>
          </a:xfrm>
        </p:spPr>
        <p:txBody>
          <a:bodyPr vert="horz" lIns="91440" tIns="45720" rIns="91440" bIns="45720" rtlCol="0" anchor="t">
            <a:normAutofit/>
          </a:bodyPr>
          <a:lstStyle/>
          <a:p>
            <a:r>
              <a:rPr lang="en-US" dirty="0"/>
              <a:t>Improvement: </a:t>
            </a:r>
            <a:r>
              <a:rPr lang="en-US" i="1" dirty="0">
                <a:latin typeface="Times New Roman"/>
                <a:cs typeface="Times New Roman"/>
              </a:rPr>
              <a:t>I(</a:t>
            </a:r>
            <a:r>
              <a:rPr lang="en-US" i="1" dirty="0" err="1">
                <a:latin typeface="Times New Roman"/>
                <a:cs typeface="Times New Roman"/>
              </a:rPr>
              <a:t>x</a:t>
            </a:r>
            <a:r>
              <a:rPr lang="en-US" i="1" baseline="-25000" dirty="0" err="1">
                <a:latin typeface="Times New Roman"/>
                <a:cs typeface="Times New Roman"/>
              </a:rPr>
              <a:t>new</a:t>
            </a:r>
            <a:r>
              <a:rPr lang="en-US" i="1" dirty="0">
                <a:latin typeface="Times New Roman"/>
                <a:cs typeface="Times New Roman"/>
              </a:rPr>
              <a:t>) = max( f(</a:t>
            </a:r>
            <a:r>
              <a:rPr lang="en-US" i="1" dirty="0" err="1">
                <a:latin typeface="Times New Roman"/>
                <a:cs typeface="Times New Roman"/>
              </a:rPr>
              <a:t>x</a:t>
            </a:r>
            <a:r>
              <a:rPr lang="en-US" i="1" baseline="-25000" dirty="0" err="1">
                <a:latin typeface="Times New Roman"/>
                <a:cs typeface="Times New Roman"/>
              </a:rPr>
              <a:t>optimal</a:t>
            </a:r>
            <a:r>
              <a:rPr lang="en-US" i="1" dirty="0">
                <a:latin typeface="Times New Roman"/>
                <a:cs typeface="Times New Roman"/>
              </a:rPr>
              <a:t>) -  f(</a:t>
            </a:r>
            <a:r>
              <a:rPr lang="en-US" i="1" dirty="0" err="1">
                <a:latin typeface="Times New Roman"/>
                <a:cs typeface="Times New Roman"/>
              </a:rPr>
              <a:t>x</a:t>
            </a:r>
            <a:r>
              <a:rPr lang="en-US" i="1" baseline="-25000" dirty="0" err="1">
                <a:latin typeface="Times New Roman"/>
                <a:cs typeface="Times New Roman"/>
              </a:rPr>
              <a:t>new</a:t>
            </a:r>
            <a:r>
              <a:rPr lang="en-US" i="1" dirty="0">
                <a:latin typeface="Times New Roman"/>
                <a:cs typeface="Times New Roman"/>
              </a:rPr>
              <a:t>) , 0 )</a:t>
            </a:r>
          </a:p>
          <a:p>
            <a:r>
              <a:rPr lang="en-US" dirty="0">
                <a:latin typeface="Aptos"/>
                <a:cs typeface="Times New Roman"/>
              </a:rPr>
              <a:t>Expected Improvement(EI) quantifies by how much a new measurement improves the objective function relative to its current optimum</a:t>
            </a:r>
          </a:p>
          <a:p>
            <a:endParaRPr lang="en-US" dirty="0">
              <a:latin typeface="Aptos"/>
              <a:cs typeface="Times New Roman"/>
            </a:endParaRPr>
          </a:p>
          <a:p>
            <a:endParaRPr lang="en-US" i="1" dirty="0">
              <a:latin typeface="Times New Roman"/>
              <a:cs typeface="Times New Roman"/>
            </a:endParaRPr>
          </a:p>
          <a:p>
            <a:r>
              <a:rPr lang="en-US" i="1" dirty="0">
                <a:latin typeface="Times New Roman"/>
                <a:cs typeface="Times New Roman"/>
              </a:rPr>
              <a:t>ξ</a:t>
            </a:r>
            <a:r>
              <a:rPr lang="en-US" dirty="0">
                <a:latin typeface="Aptos"/>
                <a:cs typeface="Times New Roman"/>
              </a:rPr>
              <a:t> is jitter to allow for exploration, </a:t>
            </a:r>
            <a:r>
              <a:rPr lang="en-US" i="1" dirty="0">
                <a:latin typeface="Times New Roman"/>
                <a:cs typeface="Times New Roman"/>
              </a:rPr>
              <a:t>Φ(Z)</a:t>
            </a:r>
            <a:r>
              <a:rPr lang="en-US" dirty="0">
                <a:latin typeface="Aptos"/>
                <a:cs typeface="Times New Roman"/>
              </a:rPr>
              <a:t> and </a:t>
            </a:r>
            <a:r>
              <a:rPr lang="en-US" i="1" dirty="0">
                <a:latin typeface="Yu Mincho"/>
                <a:ea typeface="Yu Mincho"/>
                <a:cs typeface="Times New Roman"/>
              </a:rPr>
              <a:t>ϕ</a:t>
            </a:r>
            <a:r>
              <a:rPr lang="en-US" i="1" dirty="0">
                <a:latin typeface="Times New Roman"/>
                <a:cs typeface="Times New Roman"/>
              </a:rPr>
              <a:t>(Z)</a:t>
            </a:r>
            <a:r>
              <a:rPr lang="en-US" dirty="0">
                <a:latin typeface="Aptos"/>
                <a:cs typeface="Times New Roman"/>
              </a:rPr>
              <a:t> are the cumulative density function(CDF) and probability density function(PDF) of a normal distribution respectively</a:t>
            </a:r>
            <a:endParaRPr lang="en-US"/>
          </a:p>
          <a:p>
            <a:endParaRPr lang="en-US" dirty="0">
              <a:latin typeface="Aptos"/>
              <a:cs typeface="Times New Roman"/>
            </a:endParaRPr>
          </a:p>
          <a:p>
            <a:endParaRPr lang="en-US">
              <a:latin typeface="Aptos"/>
              <a:cs typeface="Times New Roman"/>
            </a:endParaRPr>
          </a:p>
          <a:p>
            <a:endParaRPr lang="en-US" dirty="0">
              <a:latin typeface="Aptos"/>
              <a:cs typeface="Times New Roman"/>
            </a:endParaRPr>
          </a:p>
          <a:p>
            <a:endParaRPr lang="en-US" dirty="0">
              <a:latin typeface="Aptos"/>
              <a:cs typeface="Times New Roman"/>
            </a:endParaRPr>
          </a:p>
          <a:p>
            <a:endParaRPr lang="en-US" dirty="0">
              <a:latin typeface="Aptos"/>
              <a:cs typeface="Times New Roman"/>
            </a:endParaRPr>
          </a:p>
          <a:p>
            <a:endParaRPr lang="en-US" dirty="0">
              <a:latin typeface="Aptos"/>
              <a:cs typeface="Times New Roman"/>
            </a:endParaRPr>
          </a:p>
        </p:txBody>
      </p:sp>
      <p:pic>
        <p:nvPicPr>
          <p:cNvPr id="7" name="Picture 6" descr="A black line on a white background&#10;&#10;AI-generated content may be incorrect.">
            <a:extLst>
              <a:ext uri="{FF2B5EF4-FFF2-40B4-BE49-F238E27FC236}">
                <a16:creationId xmlns:a16="http://schemas.microsoft.com/office/drawing/2014/main" id="{85A741B2-43B8-0C02-C474-7041E63A55CE}"/>
              </a:ext>
            </a:extLst>
          </p:cNvPr>
          <p:cNvPicPr>
            <a:picLocks noChangeAspect="1"/>
          </p:cNvPicPr>
          <p:nvPr/>
        </p:nvPicPr>
        <p:blipFill>
          <a:blip r:embed="rId2"/>
          <a:stretch>
            <a:fillRect/>
          </a:stretch>
        </p:blipFill>
        <p:spPr>
          <a:xfrm>
            <a:off x="1485628" y="3428824"/>
            <a:ext cx="9217069" cy="466595"/>
          </a:xfrm>
          <a:prstGeom prst="rect">
            <a:avLst/>
          </a:prstGeom>
        </p:spPr>
      </p:pic>
      <p:pic>
        <p:nvPicPr>
          <p:cNvPr id="8" name="Picture 7">
            <a:extLst>
              <a:ext uri="{FF2B5EF4-FFF2-40B4-BE49-F238E27FC236}">
                <a16:creationId xmlns:a16="http://schemas.microsoft.com/office/drawing/2014/main" id="{E54ADD48-76B2-3BCC-683A-847C2E0629DB}"/>
              </a:ext>
            </a:extLst>
          </p:cNvPr>
          <p:cNvPicPr>
            <a:picLocks noChangeAspect="1"/>
          </p:cNvPicPr>
          <p:nvPr/>
        </p:nvPicPr>
        <p:blipFill>
          <a:blip r:embed="rId3"/>
          <a:stretch>
            <a:fillRect/>
          </a:stretch>
        </p:blipFill>
        <p:spPr>
          <a:xfrm>
            <a:off x="4337388" y="5494401"/>
            <a:ext cx="3513552" cy="987470"/>
          </a:xfrm>
          <a:prstGeom prst="rect">
            <a:avLst/>
          </a:prstGeom>
        </p:spPr>
      </p:pic>
    </p:spTree>
    <p:extLst>
      <p:ext uri="{BB962C8B-B14F-4D97-AF65-F5344CB8AC3E}">
        <p14:creationId xmlns:p14="http://schemas.microsoft.com/office/powerpoint/2010/main" val="3831672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4980E-9C1A-75D6-E6C3-DF55807062A1}"/>
              </a:ext>
            </a:extLst>
          </p:cNvPr>
          <p:cNvSpPr>
            <a:spLocks noGrp="1"/>
          </p:cNvSpPr>
          <p:nvPr>
            <p:ph type="title"/>
          </p:nvPr>
        </p:nvSpPr>
        <p:spPr/>
        <p:txBody>
          <a:bodyPr/>
          <a:lstStyle/>
          <a:p>
            <a:r>
              <a:rPr lang="en-US" sz="3600" dirty="0"/>
              <a:t>Algorithm - Expected Improvement as the Acquisition Function </a:t>
            </a:r>
          </a:p>
          <a:p>
            <a:endParaRPr lang="en-US" dirty="0"/>
          </a:p>
        </p:txBody>
      </p:sp>
      <p:sp>
        <p:nvSpPr>
          <p:cNvPr id="3" name="Content Placeholder 2">
            <a:extLst>
              <a:ext uri="{FF2B5EF4-FFF2-40B4-BE49-F238E27FC236}">
                <a16:creationId xmlns:a16="http://schemas.microsoft.com/office/drawing/2014/main" id="{F6561839-8C98-CD93-6A0D-AEAD6748240C}"/>
              </a:ext>
            </a:extLst>
          </p:cNvPr>
          <p:cNvSpPr>
            <a:spLocks noGrp="1"/>
          </p:cNvSpPr>
          <p:nvPr>
            <p:ph idx="1"/>
          </p:nvPr>
        </p:nvSpPr>
        <p:spPr>
          <a:xfrm>
            <a:off x="838200" y="1429185"/>
            <a:ext cx="10515600" cy="4351338"/>
          </a:xfrm>
        </p:spPr>
        <p:txBody>
          <a:bodyPr vert="horz" lIns="91440" tIns="45720" rIns="91440" bIns="45720" rtlCol="0" anchor="t">
            <a:normAutofit fontScale="92500" lnSpcReduction="20000"/>
          </a:bodyPr>
          <a:lstStyle/>
          <a:p>
            <a:r>
              <a:rPr lang="en-US" dirty="0"/>
              <a:t>Probability of Improvement(PI) </a:t>
            </a:r>
            <a:r>
              <a:rPr lang="en-US"/>
              <a:t>is </a:t>
            </a:r>
            <a:r>
              <a:rPr lang="en-US" dirty="0"/>
              <a:t>a part of Expected Improvement through the CDF</a:t>
            </a:r>
          </a:p>
          <a:p>
            <a:pPr marL="0" indent="0">
              <a:buNone/>
            </a:pPr>
            <a:endParaRPr lang="en-US" dirty="0"/>
          </a:p>
          <a:p>
            <a:pPr marL="0" indent="0">
              <a:buNone/>
            </a:pPr>
            <a:endParaRPr lang="en-US" dirty="0"/>
          </a:p>
          <a:p>
            <a:pPr>
              <a:buFont typeface="Arial"/>
              <a:buChar char="•"/>
            </a:pPr>
            <a:r>
              <a:rPr lang="en-US"/>
              <a:t>EI takes both the CDF and PDF into account with guidance from the surrogate model distribution</a:t>
            </a:r>
            <a:endParaRPr lang="en-US" dirty="0"/>
          </a:p>
          <a:p>
            <a:pPr marL="0" indent="0">
              <a:buNone/>
            </a:pPr>
            <a:endParaRPr lang="en-US" dirty="0"/>
          </a:p>
          <a:p>
            <a:r>
              <a:rPr lang="en-US" dirty="0"/>
              <a:t>Fairly dramatic covariance matrix elements in P3HT dataset – GP ARD is sensible way to formulate our surrogate model distribution</a:t>
            </a:r>
            <a:endParaRPr lang="en-US"/>
          </a:p>
          <a:p>
            <a:endParaRPr lang="en-US"/>
          </a:p>
          <a:p>
            <a:r>
              <a:rPr lang="en-US"/>
              <a:t>Dependence of inputs on EI should match the </a:t>
            </a:r>
            <a:r>
              <a:rPr lang="en-US" err="1"/>
              <a:t>lengthscales</a:t>
            </a:r>
            <a:r>
              <a:rPr lang="en-US"/>
              <a:t> from GP ARD</a:t>
            </a:r>
          </a:p>
        </p:txBody>
      </p:sp>
      <p:pic>
        <p:nvPicPr>
          <p:cNvPr id="8" name="Picture 7"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469D31EF-94F7-1919-DA6A-413FEE020B73}"/>
              </a:ext>
            </a:extLst>
          </p:cNvPr>
          <p:cNvPicPr>
            <a:picLocks noChangeAspect="1"/>
          </p:cNvPicPr>
          <p:nvPr/>
        </p:nvPicPr>
        <p:blipFill>
          <a:blip r:embed="rId2"/>
          <a:stretch>
            <a:fillRect/>
          </a:stretch>
        </p:blipFill>
        <p:spPr>
          <a:xfrm>
            <a:off x="4657725" y="2021532"/>
            <a:ext cx="2876550" cy="495300"/>
          </a:xfrm>
          <a:prstGeom prst="rect">
            <a:avLst/>
          </a:prstGeom>
        </p:spPr>
      </p:pic>
    </p:spTree>
    <p:extLst>
      <p:ext uri="{BB962C8B-B14F-4D97-AF65-F5344CB8AC3E}">
        <p14:creationId xmlns:p14="http://schemas.microsoft.com/office/powerpoint/2010/main" val="2513851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23CF8-2BDA-4FAB-45B6-2425F59BFFAD}"/>
              </a:ext>
            </a:extLst>
          </p:cNvPr>
          <p:cNvSpPr>
            <a:spLocks noGrp="1"/>
          </p:cNvSpPr>
          <p:nvPr>
            <p:ph type="title"/>
          </p:nvPr>
        </p:nvSpPr>
        <p:spPr/>
        <p:txBody>
          <a:bodyPr/>
          <a:lstStyle/>
          <a:p>
            <a:r>
              <a:rPr lang="en-US" dirty="0"/>
              <a:t>Algorithm - Benchmarking Performance </a:t>
            </a:r>
          </a:p>
        </p:txBody>
      </p:sp>
      <p:sp>
        <p:nvSpPr>
          <p:cNvPr id="3" name="Content Placeholder 2">
            <a:extLst>
              <a:ext uri="{FF2B5EF4-FFF2-40B4-BE49-F238E27FC236}">
                <a16:creationId xmlns:a16="http://schemas.microsoft.com/office/drawing/2014/main" id="{71DA2F5E-8B94-DF07-C6AD-B036E5060880}"/>
              </a:ext>
            </a:extLst>
          </p:cNvPr>
          <p:cNvSpPr>
            <a:spLocks noGrp="1"/>
          </p:cNvSpPr>
          <p:nvPr>
            <p:ph idx="1"/>
          </p:nvPr>
        </p:nvSpPr>
        <p:spPr>
          <a:xfrm>
            <a:off x="838199" y="1441862"/>
            <a:ext cx="4166681" cy="4351338"/>
          </a:xfrm>
        </p:spPr>
        <p:txBody>
          <a:bodyPr/>
          <a:lstStyle/>
          <a:p>
            <a:r>
              <a:rPr lang="en-US" dirty="0"/>
              <a:t>Baseline: D1 content feature </a:t>
            </a:r>
          </a:p>
          <a:p>
            <a:pPr lvl="1"/>
            <a:r>
              <a:rPr lang="en-US" dirty="0"/>
              <a:t>Has strong correlation with conductivity   </a:t>
            </a:r>
          </a:p>
          <a:p>
            <a:pPr lvl="1"/>
            <a:r>
              <a:rPr lang="en-US" dirty="0"/>
              <a:t>Compare results to other input data, if model does well with D1 then it probably did well with other inputs</a:t>
            </a:r>
          </a:p>
        </p:txBody>
      </p:sp>
      <p:pic>
        <p:nvPicPr>
          <p:cNvPr id="6" name="Picture 5">
            <a:extLst>
              <a:ext uri="{FF2B5EF4-FFF2-40B4-BE49-F238E27FC236}">
                <a16:creationId xmlns:a16="http://schemas.microsoft.com/office/drawing/2014/main" id="{06DCC4E5-B344-D56A-068D-7841D291E16E}"/>
              </a:ext>
            </a:extLst>
          </p:cNvPr>
          <p:cNvPicPr>
            <a:picLocks noChangeAspect="1"/>
          </p:cNvPicPr>
          <p:nvPr/>
        </p:nvPicPr>
        <p:blipFill>
          <a:blip r:embed="rId2"/>
          <a:stretch>
            <a:fillRect/>
          </a:stretch>
        </p:blipFill>
        <p:spPr>
          <a:xfrm>
            <a:off x="4849237" y="1330180"/>
            <a:ext cx="6990338" cy="5527820"/>
          </a:xfrm>
          <a:prstGeom prst="rect">
            <a:avLst/>
          </a:prstGeom>
        </p:spPr>
      </p:pic>
    </p:spTree>
    <p:extLst>
      <p:ext uri="{BB962C8B-B14F-4D97-AF65-F5344CB8AC3E}">
        <p14:creationId xmlns:p14="http://schemas.microsoft.com/office/powerpoint/2010/main" val="1921562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B921A-AB1E-570C-54EE-B5E568F37C0F}"/>
              </a:ext>
            </a:extLst>
          </p:cNvPr>
          <p:cNvSpPr>
            <a:spLocks noGrp="1"/>
          </p:cNvSpPr>
          <p:nvPr>
            <p:ph type="title"/>
          </p:nvPr>
        </p:nvSpPr>
        <p:spPr/>
        <p:txBody>
          <a:bodyPr/>
          <a:lstStyle/>
          <a:p>
            <a:r>
              <a:rPr lang="en-US" dirty="0"/>
              <a:t>Algorithm - Correlations between Data</a:t>
            </a:r>
          </a:p>
        </p:txBody>
      </p:sp>
      <p:pic>
        <p:nvPicPr>
          <p:cNvPr id="5" name="Content Placeholder 4">
            <a:extLst>
              <a:ext uri="{FF2B5EF4-FFF2-40B4-BE49-F238E27FC236}">
                <a16:creationId xmlns:a16="http://schemas.microsoft.com/office/drawing/2014/main" id="{17A44426-DCA7-A956-B130-DAAA05EE5CB4}"/>
              </a:ext>
            </a:extLst>
          </p:cNvPr>
          <p:cNvPicPr>
            <a:picLocks noGrp="1" noChangeAspect="1"/>
          </p:cNvPicPr>
          <p:nvPr>
            <p:ph idx="1"/>
          </p:nvPr>
        </p:nvPicPr>
        <p:blipFill>
          <a:blip r:embed="rId3"/>
          <a:stretch>
            <a:fillRect/>
          </a:stretch>
        </p:blipFill>
        <p:spPr>
          <a:xfrm>
            <a:off x="202406" y="2230056"/>
            <a:ext cx="4439860" cy="3259931"/>
          </a:xfrm>
          <a:prstGeom prst="rect">
            <a:avLst/>
          </a:prstGeom>
        </p:spPr>
      </p:pic>
      <p:pic>
        <p:nvPicPr>
          <p:cNvPr id="7" name="Picture 6">
            <a:extLst>
              <a:ext uri="{FF2B5EF4-FFF2-40B4-BE49-F238E27FC236}">
                <a16:creationId xmlns:a16="http://schemas.microsoft.com/office/drawing/2014/main" id="{01ACCF7D-A726-D961-C6E3-F2DA9DE98982}"/>
              </a:ext>
            </a:extLst>
          </p:cNvPr>
          <p:cNvPicPr>
            <a:picLocks noChangeAspect="1"/>
          </p:cNvPicPr>
          <p:nvPr/>
        </p:nvPicPr>
        <p:blipFill>
          <a:blip r:embed="rId4"/>
          <a:stretch>
            <a:fillRect/>
          </a:stretch>
        </p:blipFill>
        <p:spPr>
          <a:xfrm>
            <a:off x="6096000" y="1614488"/>
            <a:ext cx="2945045" cy="2245534"/>
          </a:xfrm>
          <a:prstGeom prst="rect">
            <a:avLst/>
          </a:prstGeom>
        </p:spPr>
      </p:pic>
      <p:pic>
        <p:nvPicPr>
          <p:cNvPr id="9" name="Picture 8">
            <a:extLst>
              <a:ext uri="{FF2B5EF4-FFF2-40B4-BE49-F238E27FC236}">
                <a16:creationId xmlns:a16="http://schemas.microsoft.com/office/drawing/2014/main" id="{C856AA53-9E6E-8530-684F-5957E236395C}"/>
              </a:ext>
            </a:extLst>
          </p:cNvPr>
          <p:cNvPicPr>
            <a:picLocks noChangeAspect="1"/>
          </p:cNvPicPr>
          <p:nvPr/>
        </p:nvPicPr>
        <p:blipFill>
          <a:blip r:embed="rId5"/>
          <a:stretch>
            <a:fillRect/>
          </a:stretch>
        </p:blipFill>
        <p:spPr>
          <a:xfrm>
            <a:off x="9123800" y="1574007"/>
            <a:ext cx="3068200" cy="2326496"/>
          </a:xfrm>
          <a:prstGeom prst="rect">
            <a:avLst/>
          </a:prstGeom>
        </p:spPr>
      </p:pic>
      <p:pic>
        <p:nvPicPr>
          <p:cNvPr id="11" name="Picture 10">
            <a:extLst>
              <a:ext uri="{FF2B5EF4-FFF2-40B4-BE49-F238E27FC236}">
                <a16:creationId xmlns:a16="http://schemas.microsoft.com/office/drawing/2014/main" id="{1ED54142-4D81-FA41-65CF-B980C0DBC87D}"/>
              </a:ext>
            </a:extLst>
          </p:cNvPr>
          <p:cNvPicPr>
            <a:picLocks noChangeAspect="1"/>
          </p:cNvPicPr>
          <p:nvPr/>
        </p:nvPicPr>
        <p:blipFill>
          <a:blip r:embed="rId6"/>
          <a:stretch>
            <a:fillRect/>
          </a:stretch>
        </p:blipFill>
        <p:spPr>
          <a:xfrm>
            <a:off x="6084178" y="4120745"/>
            <a:ext cx="3039622" cy="2245534"/>
          </a:xfrm>
          <a:prstGeom prst="rect">
            <a:avLst/>
          </a:prstGeom>
        </p:spPr>
      </p:pic>
      <p:pic>
        <p:nvPicPr>
          <p:cNvPr id="13" name="Picture 12">
            <a:extLst>
              <a:ext uri="{FF2B5EF4-FFF2-40B4-BE49-F238E27FC236}">
                <a16:creationId xmlns:a16="http://schemas.microsoft.com/office/drawing/2014/main" id="{56451CD2-C6B2-F6CE-01B5-A01302B36CD7}"/>
              </a:ext>
            </a:extLst>
          </p:cNvPr>
          <p:cNvPicPr>
            <a:picLocks noChangeAspect="1"/>
          </p:cNvPicPr>
          <p:nvPr/>
        </p:nvPicPr>
        <p:blipFill>
          <a:blip r:embed="rId7"/>
          <a:stretch>
            <a:fillRect/>
          </a:stretch>
        </p:blipFill>
        <p:spPr>
          <a:xfrm>
            <a:off x="9123800" y="4120745"/>
            <a:ext cx="3056421" cy="2245534"/>
          </a:xfrm>
          <a:prstGeom prst="rect">
            <a:avLst/>
          </a:prstGeom>
        </p:spPr>
      </p:pic>
      <p:sp>
        <p:nvSpPr>
          <p:cNvPr id="14" name="TextBox 13">
            <a:extLst>
              <a:ext uri="{FF2B5EF4-FFF2-40B4-BE49-F238E27FC236}">
                <a16:creationId xmlns:a16="http://schemas.microsoft.com/office/drawing/2014/main" id="{F5F4A4A3-0040-2F07-6E9C-CF4AE09508A0}"/>
              </a:ext>
            </a:extLst>
          </p:cNvPr>
          <p:cNvSpPr txBox="1"/>
          <p:nvPr/>
        </p:nvSpPr>
        <p:spPr>
          <a:xfrm>
            <a:off x="4929187" y="3271838"/>
            <a:ext cx="1443037" cy="646331"/>
          </a:xfrm>
          <a:prstGeom prst="rect">
            <a:avLst/>
          </a:prstGeom>
          <a:noFill/>
        </p:spPr>
        <p:txBody>
          <a:bodyPr wrap="square" rtlCol="0">
            <a:spAutoFit/>
          </a:bodyPr>
          <a:lstStyle/>
          <a:p>
            <a:r>
              <a:rPr lang="en-US" sz="3600" b="1" dirty="0"/>
              <a:t>VS</a:t>
            </a:r>
          </a:p>
        </p:txBody>
      </p:sp>
    </p:spTree>
    <p:extLst>
      <p:ext uri="{BB962C8B-B14F-4D97-AF65-F5344CB8AC3E}">
        <p14:creationId xmlns:p14="http://schemas.microsoft.com/office/powerpoint/2010/main" val="2622327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2B33B-AF43-89FF-7EDD-C340DAA8628C}"/>
              </a:ext>
            </a:extLst>
          </p:cNvPr>
          <p:cNvSpPr>
            <a:spLocks noGrp="1"/>
          </p:cNvSpPr>
          <p:nvPr>
            <p:ph type="title"/>
          </p:nvPr>
        </p:nvSpPr>
        <p:spPr/>
        <p:txBody>
          <a:bodyPr/>
          <a:lstStyle/>
          <a:p>
            <a:r>
              <a:rPr lang="en-US" dirty="0"/>
              <a:t>Results – Data Observation</a:t>
            </a:r>
          </a:p>
        </p:txBody>
      </p:sp>
      <p:pic>
        <p:nvPicPr>
          <p:cNvPr id="5" name="Content Placeholder 4">
            <a:extLst>
              <a:ext uri="{FF2B5EF4-FFF2-40B4-BE49-F238E27FC236}">
                <a16:creationId xmlns:a16="http://schemas.microsoft.com/office/drawing/2014/main" id="{B19C9608-B4C1-B2F2-8A76-A7A3631CF48B}"/>
              </a:ext>
            </a:extLst>
          </p:cNvPr>
          <p:cNvPicPr>
            <a:picLocks noGrp="1" noChangeAspect="1"/>
          </p:cNvPicPr>
          <p:nvPr>
            <p:ph idx="1"/>
          </p:nvPr>
        </p:nvPicPr>
        <p:blipFill>
          <a:blip r:embed="rId2"/>
          <a:stretch>
            <a:fillRect/>
          </a:stretch>
        </p:blipFill>
        <p:spPr>
          <a:xfrm>
            <a:off x="838200" y="1578935"/>
            <a:ext cx="6135738" cy="4744854"/>
          </a:xfrm>
          <a:prstGeom prst="rect">
            <a:avLst/>
          </a:prstGeom>
        </p:spPr>
      </p:pic>
    </p:spTree>
    <p:extLst>
      <p:ext uri="{BB962C8B-B14F-4D97-AF65-F5344CB8AC3E}">
        <p14:creationId xmlns:p14="http://schemas.microsoft.com/office/powerpoint/2010/main" val="3047624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68152-CA50-2DAE-4BD8-61B46BF0976D}"/>
              </a:ext>
            </a:extLst>
          </p:cNvPr>
          <p:cNvSpPr>
            <a:spLocks noGrp="1"/>
          </p:cNvSpPr>
          <p:nvPr>
            <p:ph type="title"/>
          </p:nvPr>
        </p:nvSpPr>
        <p:spPr>
          <a:xfrm>
            <a:off x="724512" y="-105995"/>
            <a:ext cx="10515600" cy="1325563"/>
          </a:xfrm>
        </p:spPr>
        <p:txBody>
          <a:bodyPr/>
          <a:lstStyle/>
          <a:p>
            <a:r>
              <a:rPr lang="en-US" dirty="0"/>
              <a:t>Results – Baseline Comparison </a:t>
            </a:r>
          </a:p>
        </p:txBody>
      </p:sp>
      <p:pic>
        <p:nvPicPr>
          <p:cNvPr id="5" name="Content Placeholder 4">
            <a:extLst>
              <a:ext uri="{FF2B5EF4-FFF2-40B4-BE49-F238E27FC236}">
                <a16:creationId xmlns:a16="http://schemas.microsoft.com/office/drawing/2014/main" id="{18AAFA12-3E51-DC7F-F333-7B4077B0E1C5}"/>
              </a:ext>
            </a:extLst>
          </p:cNvPr>
          <p:cNvPicPr>
            <a:picLocks noGrp="1" noChangeAspect="1"/>
          </p:cNvPicPr>
          <p:nvPr>
            <p:ph idx="1"/>
          </p:nvPr>
        </p:nvPicPr>
        <p:blipFill>
          <a:blip r:embed="rId2"/>
          <a:stretch>
            <a:fillRect/>
          </a:stretch>
        </p:blipFill>
        <p:spPr>
          <a:xfrm>
            <a:off x="724512" y="895273"/>
            <a:ext cx="10742975" cy="5771339"/>
          </a:xfrm>
          <a:prstGeom prst="rect">
            <a:avLst/>
          </a:prstGeom>
        </p:spPr>
      </p:pic>
    </p:spTree>
    <p:extLst>
      <p:ext uri="{BB962C8B-B14F-4D97-AF65-F5344CB8AC3E}">
        <p14:creationId xmlns:p14="http://schemas.microsoft.com/office/powerpoint/2010/main" val="2586326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2ADD-F210-4E90-EAB1-6E0393314AF5}"/>
              </a:ext>
            </a:extLst>
          </p:cNvPr>
          <p:cNvSpPr>
            <a:spLocks noGrp="1"/>
          </p:cNvSpPr>
          <p:nvPr>
            <p:ph type="title"/>
          </p:nvPr>
        </p:nvSpPr>
        <p:spPr/>
        <p:txBody>
          <a:bodyPr/>
          <a:lstStyle/>
          <a:p>
            <a:r>
              <a:rPr lang="en-US" dirty="0"/>
              <a:t>Feedback </a:t>
            </a:r>
          </a:p>
        </p:txBody>
      </p:sp>
      <p:sp>
        <p:nvSpPr>
          <p:cNvPr id="3" name="Content Placeholder 2">
            <a:extLst>
              <a:ext uri="{FF2B5EF4-FFF2-40B4-BE49-F238E27FC236}">
                <a16:creationId xmlns:a16="http://schemas.microsoft.com/office/drawing/2014/main" id="{8D350C60-C878-FB36-A1F2-2B2DB2A71DFA}"/>
              </a:ext>
            </a:extLst>
          </p:cNvPr>
          <p:cNvSpPr>
            <a:spLocks noGrp="1"/>
          </p:cNvSpPr>
          <p:nvPr>
            <p:ph idx="1"/>
          </p:nvPr>
        </p:nvSpPr>
        <p:spPr/>
        <p:txBody>
          <a:bodyPr/>
          <a:lstStyle/>
          <a:p>
            <a:r>
              <a:rPr lang="en-US" dirty="0"/>
              <a:t>Stuff about me, my role in the project </a:t>
            </a:r>
          </a:p>
          <a:p>
            <a:r>
              <a:rPr lang="en-US" dirty="0"/>
              <a:t>More experience spearheaded project </a:t>
            </a:r>
            <a:r>
              <a:rPr lang="en-US" dirty="0" err="1"/>
              <a:t>im</a:t>
            </a:r>
            <a:r>
              <a:rPr lang="en-US" dirty="0"/>
              <a:t> cool </a:t>
            </a:r>
          </a:p>
          <a:p>
            <a:r>
              <a:rPr lang="en-US" dirty="0"/>
              <a:t>Brag </a:t>
            </a:r>
          </a:p>
          <a:p>
            <a:r>
              <a:rPr lang="en-US" dirty="0"/>
              <a:t>Challenge good </a:t>
            </a:r>
          </a:p>
          <a:p>
            <a:endParaRPr lang="en-US" dirty="0"/>
          </a:p>
        </p:txBody>
      </p:sp>
    </p:spTree>
    <p:extLst>
      <p:ext uri="{BB962C8B-B14F-4D97-AF65-F5344CB8AC3E}">
        <p14:creationId xmlns:p14="http://schemas.microsoft.com/office/powerpoint/2010/main" val="12565637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1421</TotalTime>
  <Words>2039</Words>
  <Application>Microsoft Office PowerPoint</Application>
  <PresentationFormat>Widescreen</PresentationFormat>
  <Paragraphs>189</Paragraphs>
  <Slides>26</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Yu Mincho</vt:lpstr>
      <vt:lpstr>Aptos</vt:lpstr>
      <vt:lpstr>Aptos Display</vt:lpstr>
      <vt:lpstr>Arial</vt:lpstr>
      <vt:lpstr>Calibri</vt:lpstr>
      <vt:lpstr>Cambria Math</vt:lpstr>
      <vt:lpstr>Times New Roman</vt:lpstr>
      <vt:lpstr>Wingdings</vt:lpstr>
      <vt:lpstr>Office Theme</vt:lpstr>
      <vt:lpstr>Bayesian Optimization for Material Science Automation</vt:lpstr>
      <vt:lpstr>Why use Bayesian Optimization?</vt:lpstr>
      <vt:lpstr>What is Bayesian Optimization</vt:lpstr>
      <vt:lpstr>P3HT Dataset </vt:lpstr>
      <vt:lpstr>Data &amp; Feature Analysis </vt:lpstr>
      <vt:lpstr>Implementation</vt:lpstr>
      <vt:lpstr>Results</vt:lpstr>
      <vt:lpstr>Main Takeaways </vt:lpstr>
      <vt:lpstr>Thank you!</vt:lpstr>
      <vt:lpstr>Backup Slides</vt:lpstr>
      <vt:lpstr>Background </vt:lpstr>
      <vt:lpstr>Background - Acquisition Functions</vt:lpstr>
      <vt:lpstr>Data – P3HT/CNT </vt:lpstr>
      <vt:lpstr>Data – Distribution of Variables and Labels</vt:lpstr>
      <vt:lpstr>Data – Distribution of Features </vt:lpstr>
      <vt:lpstr>Data - Objective Value Distribution</vt:lpstr>
      <vt:lpstr>Data – Summary &amp; Correlation Matrix </vt:lpstr>
      <vt:lpstr>Algorithm – GP with ARD</vt:lpstr>
      <vt:lpstr>Algorithm – GP with ARD</vt:lpstr>
      <vt:lpstr>Algorithm - Expected Improvement as the Acquisition Function   </vt:lpstr>
      <vt:lpstr>Algorithm - Expected Improvement as the Acquisition Function  </vt:lpstr>
      <vt:lpstr>Algorithm - Benchmarking Performance </vt:lpstr>
      <vt:lpstr>Algorithm - Correlations between Data</vt:lpstr>
      <vt:lpstr>Results – Data Observation</vt:lpstr>
      <vt:lpstr>Results – Baseline Comparison </vt:lpstr>
      <vt:lpstr>Feedback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Tucker, Sarah</dc:creator>
  <cp:lastModifiedBy>Tucker, Sarah</cp:lastModifiedBy>
  <cp:revision>1</cp:revision>
  <dcterms:created xsi:type="dcterms:W3CDTF">2026-05-13T19:59:21Z</dcterms:created>
  <dcterms:modified xsi:type="dcterms:W3CDTF">2026-05-15T02:06:56Z</dcterms:modified>
</cp:coreProperties>
</file>